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40" r:id="rId1"/>
  </p:sldMasterIdLst>
  <p:notesMasterIdLst>
    <p:notesMasterId r:id="rId28"/>
  </p:notesMasterIdLst>
  <p:handoutMasterIdLst>
    <p:handoutMasterId r:id="rId29"/>
  </p:handoutMasterIdLst>
  <p:sldIdLst>
    <p:sldId id="801" r:id="rId2"/>
    <p:sldId id="803" r:id="rId3"/>
    <p:sldId id="805" r:id="rId4"/>
    <p:sldId id="806" r:id="rId5"/>
    <p:sldId id="807" r:id="rId6"/>
    <p:sldId id="812" r:id="rId7"/>
    <p:sldId id="813" r:id="rId8"/>
    <p:sldId id="808" r:id="rId9"/>
    <p:sldId id="815" r:id="rId10"/>
    <p:sldId id="819" r:id="rId11"/>
    <p:sldId id="818" r:id="rId12"/>
    <p:sldId id="816" r:id="rId13"/>
    <p:sldId id="838" r:id="rId14"/>
    <p:sldId id="858" r:id="rId15"/>
    <p:sldId id="861" r:id="rId16"/>
    <p:sldId id="870" r:id="rId17"/>
    <p:sldId id="872" r:id="rId18"/>
    <p:sldId id="873" r:id="rId19"/>
    <p:sldId id="874" r:id="rId20"/>
    <p:sldId id="876" r:id="rId21"/>
    <p:sldId id="877" r:id="rId22"/>
    <p:sldId id="878" r:id="rId23"/>
    <p:sldId id="857" r:id="rId24"/>
    <p:sldId id="833" r:id="rId25"/>
    <p:sldId id="863" r:id="rId26"/>
    <p:sldId id="868" r:id="rId2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09EDE2B-43DA-4834-9C81-DEB434520035}">
          <p14:sldIdLst/>
        </p14:section>
        <p14:section name="2. 건강검진관리" id="{60721654-6C11-4923-8ADC-C331EBE72004}">
          <p14:sldIdLst>
            <p14:sldId id="801"/>
            <p14:sldId id="803"/>
            <p14:sldId id="805"/>
            <p14:sldId id="806"/>
            <p14:sldId id="807"/>
            <p14:sldId id="812"/>
            <p14:sldId id="813"/>
            <p14:sldId id="808"/>
            <p14:sldId id="815"/>
            <p14:sldId id="819"/>
            <p14:sldId id="818"/>
            <p14:sldId id="816"/>
          </p14:sldIdLst>
        </p14:section>
        <p14:section name="6. 콘텐츠관리" id="{1FAC15DB-0C8B-4FA6-ACF2-56D9EFFC2D82}">
          <p14:sldIdLst>
            <p14:sldId id="838"/>
            <p14:sldId id="858"/>
            <p14:sldId id="861"/>
            <p14:sldId id="870"/>
            <p14:sldId id="872"/>
            <p14:sldId id="873"/>
            <p14:sldId id="874"/>
            <p14:sldId id="876"/>
            <p14:sldId id="877"/>
            <p14:sldId id="878"/>
          </p14:sldIdLst>
        </p14:section>
        <p14:section name="7. 회원관리" id="{D07C1D89-9CBB-4788-88FA-113006C7F388}">
          <p14:sldIdLst>
            <p14:sldId id="857"/>
            <p14:sldId id="833"/>
            <p14:sldId id="863"/>
            <p14:sldId id="8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69">
          <p15:clr>
            <a:srgbClr val="A4A3A4"/>
          </p15:clr>
        </p15:guide>
        <p15:guide id="2" orient="horz" pos="4054">
          <p15:clr>
            <a:srgbClr val="A4A3A4"/>
          </p15:clr>
        </p15:guide>
        <p15:guide id="3" orient="horz" pos="834">
          <p15:clr>
            <a:srgbClr val="A4A3A4"/>
          </p15:clr>
        </p15:guide>
        <p15:guide id="4" orient="horz" pos="1024">
          <p15:clr>
            <a:srgbClr val="A4A3A4"/>
          </p15:clr>
        </p15:guide>
        <p15:guide id="5" orient="horz" pos="4167">
          <p15:clr>
            <a:srgbClr val="A4A3A4"/>
          </p15:clr>
        </p15:guide>
        <p15:guide id="6" pos="5393">
          <p15:clr>
            <a:srgbClr val="A4A3A4"/>
          </p15:clr>
        </p15:guide>
        <p15:guide id="7" pos="6112">
          <p15:clr>
            <a:srgbClr val="A4A3A4"/>
          </p15:clr>
        </p15:guide>
        <p15:guide id="8" pos="166">
          <p15:clr>
            <a:srgbClr val="A4A3A4"/>
          </p15:clr>
        </p15:guide>
        <p15:guide id="9" pos="8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5B035"/>
    <a:srgbClr val="E8F0FE"/>
    <a:srgbClr val="3D6CCF"/>
    <a:srgbClr val="F6F6F6"/>
    <a:srgbClr val="3667CD"/>
    <a:srgbClr val="DDDDDD"/>
    <a:srgbClr val="FF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B6971-7E4B-680D-D9D0-6DDD8F0A506A}" v="134" dt="2025-04-01T00:32:33.958"/>
    <p1510:client id="{2CDE17AB-7BB0-46E9-B79B-383D283C6AF2}" v="1" dt="2025-04-01T00:10:17.237"/>
    <p1510:client id="{65E000B1-CDB0-423B-8CE0-D2920A31DFC3}" v="1698" dt="2025-04-01T01:23:42.163"/>
    <p1510:client id="{7AED41FA-7D35-47F4-B246-C50572512671}" v="67" dt="2025-04-01T00:37:30.145"/>
    <p1510:client id="{7D9945C3-B876-941E-C026-0BFE83227158}" v="168" dt="2025-04-01T00:30:20.488"/>
    <p1510:client id="{A3A0DFE8-C13E-00F4-5335-E1DB58E43BD4}" v="631" dt="2025-04-01T00:50:24.340"/>
    <p1510:client id="{A917085C-CF28-317D-84E7-C4F41D1C5017}" v="85" dt="2025-04-01T00:54:37.765"/>
    <p1510:client id="{ABE64B08-9A23-44DD-AD85-F48C67A9653C}" v="3915" dt="2025-04-01T01:52:55.914"/>
    <p1510:client id="{D55583F3-E3A4-4F88-9A1D-003CCF4BAB0D}" v="99" dt="2025-03-31T04:08:56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30" y="108"/>
      </p:cViewPr>
      <p:guideLst>
        <p:guide orient="horz" pos="569"/>
        <p:guide orient="horz" pos="4054"/>
        <p:guide orient="horz" pos="834"/>
        <p:guide orient="horz" pos="1024"/>
        <p:guide orient="horz" pos="4167"/>
        <p:guide pos="5393"/>
        <p:guide pos="6112"/>
        <p:guide pos="166"/>
        <p:guide pos="88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기완" userId="ca79d11b-41c1-4c02-832d-59a56f84cecc" providerId="ADAL" clId="{2CDE17AB-7BB0-46E9-B79B-383D283C6AF2}"/>
    <pc:docChg chg="addSld modSld modSection">
      <pc:chgData name="권기완" userId="ca79d11b-41c1-4c02-832d-59a56f84cecc" providerId="ADAL" clId="{2CDE17AB-7BB0-46E9-B79B-383D283C6AF2}" dt="2025-04-01T00:15:06.766" v="129" actId="20577"/>
      <pc:docMkLst>
        <pc:docMk/>
      </pc:docMkLst>
      <pc:sldChg chg="modSp add mod">
        <pc:chgData name="권기완" userId="ca79d11b-41c1-4c02-832d-59a56f84cecc" providerId="ADAL" clId="{2CDE17AB-7BB0-46E9-B79B-383D283C6AF2}" dt="2025-04-01T00:14:43.548" v="92" actId="20577"/>
        <pc:sldMkLst>
          <pc:docMk/>
          <pc:sldMk cId="2379410522" sldId="850"/>
        </pc:sldMkLst>
        <pc:spChg chg="mod">
          <ac:chgData name="권기완" userId="ca79d11b-41c1-4c02-832d-59a56f84cecc" providerId="ADAL" clId="{2CDE17AB-7BB0-46E9-B79B-383D283C6AF2}" dt="2025-04-01T00:14:43.548" v="92" actId="20577"/>
          <ac:spMkLst>
            <pc:docMk/>
            <pc:sldMk cId="2379410522" sldId="850"/>
            <ac:spMk id="10242" creationId="{44F31D86-5006-E45E-6643-E731BE5D7EC0}"/>
          </ac:spMkLst>
        </pc:spChg>
      </pc:sldChg>
      <pc:sldChg chg="modSp add mod">
        <pc:chgData name="권기완" userId="ca79d11b-41c1-4c02-832d-59a56f84cecc" providerId="ADAL" clId="{2CDE17AB-7BB0-46E9-B79B-383D283C6AF2}" dt="2025-04-01T00:15:06.766" v="129" actId="20577"/>
        <pc:sldMkLst>
          <pc:docMk/>
          <pc:sldMk cId="2796431853" sldId="851"/>
        </pc:sldMkLst>
        <pc:spChg chg="mod">
          <ac:chgData name="권기완" userId="ca79d11b-41c1-4c02-832d-59a56f84cecc" providerId="ADAL" clId="{2CDE17AB-7BB0-46E9-B79B-383D283C6AF2}" dt="2025-04-01T00:15:06.766" v="129" actId="20577"/>
          <ac:spMkLst>
            <pc:docMk/>
            <pc:sldMk cId="2796431853" sldId="851"/>
            <ac:spMk id="10242" creationId="{44F31D86-5006-E45E-6643-E731BE5D7EC0}"/>
          </ac:spMkLst>
        </pc:spChg>
      </pc:sldChg>
      <pc:sldChg chg="modSp add mod">
        <pc:chgData name="권기완" userId="ca79d11b-41c1-4c02-832d-59a56f84cecc" providerId="ADAL" clId="{2CDE17AB-7BB0-46E9-B79B-383D283C6AF2}" dt="2025-04-01T00:14:57.980" v="123" actId="20577"/>
        <pc:sldMkLst>
          <pc:docMk/>
          <pc:sldMk cId="2948828360" sldId="852"/>
        </pc:sldMkLst>
        <pc:spChg chg="mod">
          <ac:chgData name="권기완" userId="ca79d11b-41c1-4c02-832d-59a56f84cecc" providerId="ADAL" clId="{2CDE17AB-7BB0-46E9-B79B-383D283C6AF2}" dt="2025-04-01T00:14:57.980" v="123" actId="20577"/>
          <ac:spMkLst>
            <pc:docMk/>
            <pc:sldMk cId="2948828360" sldId="852"/>
            <ac:spMk id="10242" creationId="{44F31D86-5006-E45E-6643-E731BE5D7EC0}"/>
          </ac:spMkLst>
        </pc:spChg>
      </pc:sldChg>
      <pc:sldChg chg="modSp add mod">
        <pc:chgData name="권기완" userId="ca79d11b-41c1-4c02-832d-59a56f84cecc" providerId="ADAL" clId="{2CDE17AB-7BB0-46E9-B79B-383D283C6AF2}" dt="2025-04-01T00:15:01.345" v="126" actId="20577"/>
        <pc:sldMkLst>
          <pc:docMk/>
          <pc:sldMk cId="793390202" sldId="853"/>
        </pc:sldMkLst>
        <pc:spChg chg="mod">
          <ac:chgData name="권기완" userId="ca79d11b-41c1-4c02-832d-59a56f84cecc" providerId="ADAL" clId="{2CDE17AB-7BB0-46E9-B79B-383D283C6AF2}" dt="2025-04-01T00:15:01.345" v="126" actId="20577"/>
          <ac:spMkLst>
            <pc:docMk/>
            <pc:sldMk cId="793390202" sldId="853"/>
            <ac:spMk id="10242" creationId="{44F31D86-5006-E45E-6643-E731BE5D7EC0}"/>
          </ac:spMkLst>
        </pc:spChg>
      </pc:sldChg>
    </pc:docChg>
  </pc:docChgLst>
  <pc:docChgLst>
    <pc:chgData name="게스트 사용자" userId="S::urn:spo:anon#d191b05c30ec65b35b6aa60483cfc99bac347d17f41ae877dc451e9747cf0b58::" providerId="AD" clId="Web-{09CB6971-7E4B-680D-D9D0-6DDD8F0A506A}"/>
    <pc:docChg chg="addSld modSld modSection">
      <pc:chgData name="게스트 사용자" userId="S::urn:spo:anon#d191b05c30ec65b35b6aa60483cfc99bac347d17f41ae877dc451e9747cf0b58::" providerId="AD" clId="Web-{09CB6971-7E4B-680D-D9D0-6DDD8F0A506A}" dt="2025-04-01T00:32:33.958" v="94" actId="1076"/>
      <pc:docMkLst>
        <pc:docMk/>
      </pc:docMkLst>
      <pc:sldChg chg="addSp delSp modSp add replId">
        <pc:chgData name="게스트 사용자" userId="S::urn:spo:anon#d191b05c30ec65b35b6aa60483cfc99bac347d17f41ae877dc451e9747cf0b58::" providerId="AD" clId="Web-{09CB6971-7E4B-680D-D9D0-6DDD8F0A506A}" dt="2025-04-01T00:32:33.958" v="94" actId="1076"/>
        <pc:sldMkLst>
          <pc:docMk/>
          <pc:sldMk cId="2027140012" sldId="860"/>
        </pc:sldMkLst>
        <pc:spChg chg="add del">
          <ac:chgData name="게스트 사용자" userId="S::urn:spo:anon#d191b05c30ec65b35b6aa60483cfc99bac347d17f41ae877dc451e9747cf0b58::" providerId="AD" clId="Web-{09CB6971-7E4B-680D-D9D0-6DDD8F0A506A}" dt="2025-04-01T00:31:15.346" v="71"/>
          <ac:spMkLst>
            <pc:docMk/>
            <pc:sldMk cId="2027140012" sldId="860"/>
            <ac:spMk id="8" creationId="{813AB79D-283F-F4C6-8AE1-0210697B4AB7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31:17.471" v="73"/>
          <ac:spMkLst>
            <pc:docMk/>
            <pc:sldMk cId="2027140012" sldId="860"/>
            <ac:spMk id="9" creationId="{E9E4C15A-6CAC-A38F-C450-B09AD3147442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1:21.533" v="75"/>
          <ac:spMkLst>
            <pc:docMk/>
            <pc:sldMk cId="2027140012" sldId="860"/>
            <ac:spMk id="10" creationId="{B47C9B42-D16B-6D8D-3FA1-00E3FD7943F1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0:23.297" v="48" actId="20577"/>
          <ac:spMkLst>
            <pc:docMk/>
            <pc:sldMk cId="2027140012" sldId="860"/>
            <ac:spMk id="12290" creationId="{A27CC6E7-D940-4370-DE13-9D213C630AB2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21"/>
          <ac:spMkLst>
            <pc:docMk/>
            <pc:sldMk cId="2027140012" sldId="860"/>
            <ac:spMk id="12291" creationId="{DA338C12-B3CC-41FC-A056-1B6A0DB49691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32:12.379" v="87"/>
          <ac:spMkLst>
            <pc:docMk/>
            <pc:sldMk cId="2027140012" sldId="860"/>
            <ac:spMk id="12292" creationId="{19EADFE4-2E00-BD11-916E-5A51D1EAFC2F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23"/>
          <ac:spMkLst>
            <pc:docMk/>
            <pc:sldMk cId="2027140012" sldId="860"/>
            <ac:spMk id="12293" creationId="{29FCD10D-4CBE-5A1E-D81D-0C1DD217E896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24"/>
          <ac:spMkLst>
            <pc:docMk/>
            <pc:sldMk cId="2027140012" sldId="860"/>
            <ac:spMk id="12294" creationId="{16914DAF-5A7E-BA04-2B2F-1177A2EC06D9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25"/>
          <ac:spMkLst>
            <pc:docMk/>
            <pc:sldMk cId="2027140012" sldId="860"/>
            <ac:spMk id="12295" creationId="{85E86C03-CA35-B372-229B-5126BAF91723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1:12.314" v="69" actId="20577"/>
          <ac:spMkLst>
            <pc:docMk/>
            <pc:sldMk cId="2027140012" sldId="860"/>
            <ac:spMk id="12296" creationId="{E2BEB601-039C-15EE-340A-53099AC39A26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0:05.921" v="37" actId="20577"/>
          <ac:spMkLst>
            <pc:docMk/>
            <pc:sldMk cId="2027140012" sldId="860"/>
            <ac:spMk id="12297" creationId="{001788F4-B1D1-21C6-833D-3CF1060241B3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0:34.016" v="51" actId="20577"/>
          <ac:spMkLst>
            <pc:docMk/>
            <pc:sldMk cId="2027140012" sldId="860"/>
            <ac:spMk id="12298" creationId="{5E186D7A-6722-2589-44F4-4DF1CFAA9EAF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29"/>
          <ac:spMkLst>
            <pc:docMk/>
            <pc:sldMk cId="2027140012" sldId="860"/>
            <ac:spMk id="12299" creationId="{51F4EA8A-6F70-189C-8EAF-3A539280BB11}"/>
          </ac:spMkLst>
        </pc:spChg>
        <pc:spChg chg="add del mod">
          <ac:chgData name="게스트 사용자" userId="S::urn:spo:anon#d191b05c30ec65b35b6aa60483cfc99bac347d17f41ae877dc451e9747cf0b58::" providerId="AD" clId="Web-{09CB6971-7E4B-680D-D9D0-6DDD8F0A506A}" dt="2025-04-01T00:30:40.626" v="53" actId="20577"/>
          <ac:spMkLst>
            <pc:docMk/>
            <pc:sldMk cId="2027140012" sldId="860"/>
            <ac:spMk id="12300" creationId="{83298149-DDB3-5917-2A73-C397B3451B10}"/>
          </ac:spMkLst>
        </pc:spChg>
        <pc:spChg chg="add del">
          <ac:chgData name="게스트 사용자" userId="S::urn:spo:anon#d191b05c30ec65b35b6aa60483cfc99bac347d17f41ae877dc451e9747cf0b58::" providerId="AD" clId="Web-{09CB6971-7E4B-680D-D9D0-6DDD8F0A506A}" dt="2025-04-01T00:29:58.155" v="31"/>
          <ac:spMkLst>
            <pc:docMk/>
            <pc:sldMk cId="2027140012" sldId="860"/>
            <ac:spMk id="12301" creationId="{A722FA57-13A5-5BA1-17BD-39A4A5A3FB5E}"/>
          </ac:spMkLst>
        </pc:spChg>
        <pc:picChg chg="add del mod">
          <ac:chgData name="게스트 사용자" userId="S::urn:spo:anon#d191b05c30ec65b35b6aa60483cfc99bac347d17f41ae877dc451e9747cf0b58::" providerId="AD" clId="Web-{09CB6971-7E4B-680D-D9D0-6DDD8F0A506A}" dt="2025-04-01T00:29:56.968" v="19"/>
          <ac:picMkLst>
            <pc:docMk/>
            <pc:sldMk cId="2027140012" sldId="860"/>
            <ac:picMk id="2" creationId="{F488CA8F-1DC0-82FF-4DAD-463F6BFD0736}"/>
          </ac:picMkLst>
        </pc:picChg>
        <pc:picChg chg="add del mod">
          <ac:chgData name="게스트 사용자" userId="S::urn:spo:anon#d191b05c30ec65b35b6aa60483cfc99bac347d17f41ae877dc451e9747cf0b58::" providerId="AD" clId="Web-{09CB6971-7E4B-680D-D9D0-6DDD8F0A506A}" dt="2025-04-01T00:31:56.332" v="85"/>
          <ac:picMkLst>
            <pc:docMk/>
            <pc:sldMk cId="2027140012" sldId="860"/>
            <ac:picMk id="3" creationId="{286C2175-CC03-3A40-148A-109C2FA4219C}"/>
          </ac:picMkLst>
        </pc:picChg>
        <pc:picChg chg="add mod">
          <ac:chgData name="게스트 사용자" userId="S::urn:spo:anon#d191b05c30ec65b35b6aa60483cfc99bac347d17f41ae877dc451e9747cf0b58::" providerId="AD" clId="Web-{09CB6971-7E4B-680D-D9D0-6DDD8F0A506A}" dt="2025-04-01T00:32:33.958" v="94" actId="1076"/>
          <ac:picMkLst>
            <pc:docMk/>
            <pc:sldMk cId="2027140012" sldId="860"/>
            <ac:picMk id="4" creationId="{8102DE43-D932-2F77-F579-2434A8D8C8BE}"/>
          </ac:picMkLst>
        </pc:picChg>
        <pc:picChg chg="add del">
          <ac:chgData name="게스트 사용자" userId="S::urn:spo:anon#d191b05c30ec65b35b6aa60483cfc99bac347d17f41ae877dc451e9747cf0b58::" providerId="AD" clId="Web-{09CB6971-7E4B-680D-D9D0-6DDD8F0A506A}" dt="2025-04-01T00:31:16.565" v="72"/>
          <ac:picMkLst>
            <pc:docMk/>
            <pc:sldMk cId="2027140012" sldId="860"/>
            <ac:picMk id="5" creationId="{E6376158-313B-4DE8-A029-5C167FA38956}"/>
          </ac:picMkLst>
        </pc:picChg>
        <pc:picChg chg="add del">
          <ac:chgData name="게스트 사용자" userId="S::urn:spo:anon#d191b05c30ec65b35b6aa60483cfc99bac347d17f41ae877dc451e9747cf0b58::" providerId="AD" clId="Web-{09CB6971-7E4B-680D-D9D0-6DDD8F0A506A}" dt="2025-04-01T00:31:14.815" v="70"/>
          <ac:picMkLst>
            <pc:docMk/>
            <pc:sldMk cId="2027140012" sldId="860"/>
            <ac:picMk id="7" creationId="{F22B4970-4BB5-273E-01A5-DDF51333A035}"/>
          </ac:picMkLst>
        </pc:picChg>
      </pc:sldChg>
    </pc:docChg>
  </pc:docChgLst>
  <pc:docChgLst>
    <pc:chgData name="이명서" userId="2598cb2e-e0fd-4012-a4fd-81087b844ba0" providerId="ADAL" clId="{ABE64B08-9A23-44DD-AD85-F48C67A9653C}"/>
    <pc:docChg chg="undo custSel addSld delSld modSld sldOrd modSection">
      <pc:chgData name="이명서" userId="2598cb2e-e0fd-4012-a4fd-81087b844ba0" providerId="ADAL" clId="{ABE64B08-9A23-44DD-AD85-F48C67A9653C}" dt="2025-04-01T01:52:55.914" v="3916" actId="20577"/>
      <pc:docMkLst>
        <pc:docMk/>
      </pc:docMkLst>
      <pc:sldChg chg="modSp mod">
        <pc:chgData name="이명서" userId="2598cb2e-e0fd-4012-a4fd-81087b844ba0" providerId="ADAL" clId="{ABE64B08-9A23-44DD-AD85-F48C67A9653C}" dt="2025-04-01T00:34:41.895" v="338" actId="20577"/>
        <pc:sldMkLst>
          <pc:docMk/>
          <pc:sldMk cId="1808254371" sldId="856"/>
        </pc:sldMkLst>
        <pc:spChg chg="mod">
          <ac:chgData name="이명서" userId="2598cb2e-e0fd-4012-a4fd-81087b844ba0" providerId="ADAL" clId="{ABE64B08-9A23-44DD-AD85-F48C67A9653C}" dt="2025-04-01T00:34:41.895" v="338" actId="20577"/>
          <ac:spMkLst>
            <pc:docMk/>
            <pc:sldMk cId="1808254371" sldId="856"/>
            <ac:spMk id="12290" creationId="{0D11AECB-D610-73CE-8726-11ACE9F76CC3}"/>
          </ac:spMkLst>
        </pc:spChg>
      </pc:sldChg>
      <pc:sldChg chg="addSp delSp modSp add mod">
        <pc:chgData name="이명서" userId="2598cb2e-e0fd-4012-a4fd-81087b844ba0" providerId="ADAL" clId="{ABE64B08-9A23-44DD-AD85-F48C67A9653C}" dt="2025-04-01T01:50:27.035" v="3883" actId="1036"/>
        <pc:sldMkLst>
          <pc:docMk/>
          <pc:sldMk cId="1783548696" sldId="859"/>
        </pc:sldMkLst>
        <pc:spChg chg="del">
          <ac:chgData name="이명서" userId="2598cb2e-e0fd-4012-a4fd-81087b844ba0" providerId="ADAL" clId="{ABE64B08-9A23-44DD-AD85-F48C67A9653C}" dt="2025-04-01T00:40:01.903" v="390" actId="478"/>
          <ac:spMkLst>
            <pc:docMk/>
            <pc:sldMk cId="1783548696" sldId="859"/>
            <ac:spMk id="4" creationId="{C24928EC-9991-80DA-9CE6-50A47AB56638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5" creationId="{E6B47EF4-5BCE-CDC5-1665-8708AE00FEF3}"/>
          </ac:spMkLst>
        </pc:spChg>
        <pc:spChg chg="del">
          <ac:chgData name="이명서" userId="2598cb2e-e0fd-4012-a4fd-81087b844ba0" providerId="ADAL" clId="{ABE64B08-9A23-44DD-AD85-F48C67A9653C}" dt="2025-04-01T00:40:01.903" v="390" actId="478"/>
          <ac:spMkLst>
            <pc:docMk/>
            <pc:sldMk cId="1783548696" sldId="859"/>
            <ac:spMk id="6" creationId="{D70C7ADD-1E96-0060-2F2B-41A81A9DFDCA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7" creationId="{27E060DA-865D-3D81-F85B-E4C1EB832E00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8" creationId="{3E2441A7-F63A-ADEC-1F12-7086BB25B5B8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9" creationId="{E2F260D3-B259-66B0-2686-9B60B3B0860E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10" creationId="{0FE5ACDF-24D6-DC52-A5CD-A23D216379A8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11" creationId="{6D317397-5CD0-0A3F-8562-B5E1A36EC464}"/>
          </ac:spMkLst>
        </pc:spChg>
        <pc:spChg chg="add del mod">
          <ac:chgData name="이명서" userId="2598cb2e-e0fd-4012-a4fd-81087b844ba0" providerId="ADAL" clId="{ABE64B08-9A23-44DD-AD85-F48C67A9653C}" dt="2025-04-01T01:22:14.629" v="2841" actId="478"/>
          <ac:spMkLst>
            <pc:docMk/>
            <pc:sldMk cId="1783548696" sldId="859"/>
            <ac:spMk id="12" creationId="{E1712E16-C45E-47C8-F9F1-5F45D8486CC3}"/>
          </ac:spMkLst>
        </pc:spChg>
        <pc:spChg chg="del">
          <ac:chgData name="이명서" userId="2598cb2e-e0fd-4012-a4fd-81087b844ba0" providerId="ADAL" clId="{ABE64B08-9A23-44DD-AD85-F48C67A9653C}" dt="2025-04-01T00:40:01.903" v="390" actId="478"/>
          <ac:spMkLst>
            <pc:docMk/>
            <pc:sldMk cId="1783548696" sldId="859"/>
            <ac:spMk id="13" creationId="{834F75A7-6705-DDF1-8A3E-9C65B5BE7D24}"/>
          </ac:spMkLst>
        </pc:spChg>
        <pc:spChg chg="add mod">
          <ac:chgData name="이명서" userId="2598cb2e-e0fd-4012-a4fd-81087b844ba0" providerId="ADAL" clId="{ABE64B08-9A23-44DD-AD85-F48C67A9653C}" dt="2025-04-01T01:27:12.755" v="2874" actId="1076"/>
          <ac:spMkLst>
            <pc:docMk/>
            <pc:sldMk cId="1783548696" sldId="859"/>
            <ac:spMk id="16" creationId="{50F7F499-29DA-1499-422C-4CF4B794FB9D}"/>
          </ac:spMkLst>
        </pc:spChg>
        <pc:spChg chg="add mod ord">
          <ac:chgData name="이명서" userId="2598cb2e-e0fd-4012-a4fd-81087b844ba0" providerId="ADAL" clId="{ABE64B08-9A23-44DD-AD85-F48C67A9653C}" dt="2025-04-01T01:29:58.408" v="2984" actId="1076"/>
          <ac:spMkLst>
            <pc:docMk/>
            <pc:sldMk cId="1783548696" sldId="859"/>
            <ac:spMk id="17" creationId="{5F6A0E4E-FED7-0C64-1865-7F034BC98051}"/>
          </ac:spMkLst>
        </pc:spChg>
        <pc:spChg chg="add mod ord">
          <ac:chgData name="이명서" userId="2598cb2e-e0fd-4012-a4fd-81087b844ba0" providerId="ADAL" clId="{ABE64B08-9A23-44DD-AD85-F48C67A9653C}" dt="2025-04-01T01:50:27.035" v="3883" actId="1036"/>
          <ac:spMkLst>
            <pc:docMk/>
            <pc:sldMk cId="1783548696" sldId="859"/>
            <ac:spMk id="18" creationId="{4278EF87-3080-A9D2-7C33-F8814E6B5B43}"/>
          </ac:spMkLst>
        </pc:spChg>
        <pc:spChg chg="add mod ord">
          <ac:chgData name="이명서" userId="2598cb2e-e0fd-4012-a4fd-81087b844ba0" providerId="ADAL" clId="{ABE64B08-9A23-44DD-AD85-F48C67A9653C}" dt="2025-04-01T01:50:27.035" v="3883" actId="1036"/>
          <ac:spMkLst>
            <pc:docMk/>
            <pc:sldMk cId="1783548696" sldId="859"/>
            <ac:spMk id="19" creationId="{5A1F4105-5FBA-AF22-0398-E5EDDF586C13}"/>
          </ac:spMkLst>
        </pc:spChg>
        <pc:spChg chg="add del mod">
          <ac:chgData name="이명서" userId="2598cb2e-e0fd-4012-a4fd-81087b844ba0" providerId="ADAL" clId="{ABE64B08-9A23-44DD-AD85-F48C67A9653C}" dt="2025-04-01T01:29:33.151" v="2937" actId="478"/>
          <ac:spMkLst>
            <pc:docMk/>
            <pc:sldMk cId="1783548696" sldId="859"/>
            <ac:spMk id="20" creationId="{942C9115-9719-AF6E-2032-C54708F8AC96}"/>
          </ac:spMkLst>
        </pc:spChg>
        <pc:spChg chg="add del mod">
          <ac:chgData name="이명서" userId="2598cb2e-e0fd-4012-a4fd-81087b844ba0" providerId="ADAL" clId="{ABE64B08-9A23-44DD-AD85-F48C67A9653C}" dt="2025-04-01T01:29:32.100" v="2936" actId="478"/>
          <ac:spMkLst>
            <pc:docMk/>
            <pc:sldMk cId="1783548696" sldId="859"/>
            <ac:spMk id="21" creationId="{B4971FAE-4458-D39B-1461-7F8BA6481C7C}"/>
          </ac:spMkLst>
        </pc:spChg>
        <pc:spChg chg="add mod">
          <ac:chgData name="이명서" userId="2598cb2e-e0fd-4012-a4fd-81087b844ba0" providerId="ADAL" clId="{ABE64B08-9A23-44DD-AD85-F48C67A9653C}" dt="2025-04-01T01:28:26.008" v="2920" actId="14100"/>
          <ac:spMkLst>
            <pc:docMk/>
            <pc:sldMk cId="1783548696" sldId="859"/>
            <ac:spMk id="24" creationId="{C1A08AAD-D373-363C-E39A-6C955FC6DA91}"/>
          </ac:spMkLst>
        </pc:spChg>
        <pc:spChg chg="mod">
          <ac:chgData name="이명서" userId="2598cb2e-e0fd-4012-a4fd-81087b844ba0" providerId="ADAL" clId="{ABE64B08-9A23-44DD-AD85-F48C67A9653C}" dt="2025-04-01T01:32:19.763" v="3220" actId="12789"/>
          <ac:spMkLst>
            <pc:docMk/>
            <pc:sldMk cId="1783548696" sldId="859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32:19.763" v="3220" actId="12789"/>
          <ac:spMkLst>
            <pc:docMk/>
            <pc:sldMk cId="1783548696" sldId="859"/>
            <ac:spMk id="12291" creationId="{3154C8BA-069E-ED8B-67F7-CC4AB9DBB2DA}"/>
          </ac:spMkLst>
        </pc:spChg>
        <pc:spChg chg="mod">
          <ac:chgData name="이명서" userId="2598cb2e-e0fd-4012-a4fd-81087b844ba0" providerId="ADAL" clId="{ABE64B08-9A23-44DD-AD85-F48C67A9653C}" dt="2025-04-01T01:32:48.696" v="3287" actId="20577"/>
          <ac:spMkLst>
            <pc:docMk/>
            <pc:sldMk cId="1783548696" sldId="859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0:31:43.528" v="123" actId="20577"/>
          <ac:spMkLst>
            <pc:docMk/>
            <pc:sldMk cId="1783548696" sldId="859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37:12.109" v="3485" actId="1035"/>
          <ac:spMkLst>
            <pc:docMk/>
            <pc:sldMk cId="1783548696" sldId="859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1:50:10.575" v="3877" actId="1036"/>
          <ac:spMkLst>
            <pc:docMk/>
            <pc:sldMk cId="1783548696" sldId="859"/>
            <ac:spMk id="12299" creationId="{4FC4CCC9-7D98-6A92-0EF0-E88919562AEC}"/>
          </ac:spMkLst>
        </pc:spChg>
        <pc:spChg chg="mod">
          <ac:chgData name="이명서" userId="2598cb2e-e0fd-4012-a4fd-81087b844ba0" providerId="ADAL" clId="{ABE64B08-9A23-44DD-AD85-F48C67A9653C}" dt="2025-04-01T01:32:19.763" v="3220" actId="12789"/>
          <ac:spMkLst>
            <pc:docMk/>
            <pc:sldMk cId="1783548696" sldId="859"/>
            <ac:spMk id="12300" creationId="{DAD84238-ADEB-1064-8437-59250B40B688}"/>
          </ac:spMkLst>
        </pc:spChg>
        <pc:spChg chg="mod">
          <ac:chgData name="이명서" userId="2598cb2e-e0fd-4012-a4fd-81087b844ba0" providerId="ADAL" clId="{ABE64B08-9A23-44DD-AD85-F48C67A9653C}" dt="2025-04-01T01:32:19.763" v="3220" actId="12789"/>
          <ac:spMkLst>
            <pc:docMk/>
            <pc:sldMk cId="1783548696" sldId="859"/>
            <ac:spMk id="12301" creationId="{27081891-488D-9F2D-ADFD-FE6AC2B6E0DD}"/>
          </ac:spMkLst>
        </pc:spChg>
        <pc:picChg chg="del">
          <ac:chgData name="이명서" userId="2598cb2e-e0fd-4012-a4fd-81087b844ba0" providerId="ADAL" clId="{ABE64B08-9A23-44DD-AD85-F48C67A9653C}" dt="2025-04-01T00:31:00.889" v="70" actId="478"/>
          <ac:picMkLst>
            <pc:docMk/>
            <pc:sldMk cId="1783548696" sldId="859"/>
            <ac:picMk id="2" creationId="{D74AAE32-6C78-B4D0-75F5-8FD72D346761}"/>
          </ac:picMkLst>
        </pc:picChg>
        <pc:picChg chg="add del mod">
          <ac:chgData name="이명서" userId="2598cb2e-e0fd-4012-a4fd-81087b844ba0" providerId="ADAL" clId="{ABE64B08-9A23-44DD-AD85-F48C67A9653C}" dt="2025-04-01T01:22:14.629" v="2841" actId="478"/>
          <ac:picMkLst>
            <pc:docMk/>
            <pc:sldMk cId="1783548696" sldId="859"/>
            <ac:picMk id="3" creationId="{5D3569D7-5021-1DC9-857C-ACAF6FE3D6D1}"/>
          </ac:picMkLst>
        </pc:picChg>
        <pc:picChg chg="del">
          <ac:chgData name="이명서" userId="2598cb2e-e0fd-4012-a4fd-81087b844ba0" providerId="ADAL" clId="{ABE64B08-9A23-44DD-AD85-F48C67A9653C}" dt="2025-04-01T00:31:02.623" v="71" actId="478"/>
          <ac:picMkLst>
            <pc:docMk/>
            <pc:sldMk cId="1783548696" sldId="859"/>
            <ac:picMk id="11" creationId="{80AD145A-0D69-4E8D-522A-9E5049414474}"/>
          </ac:picMkLst>
        </pc:picChg>
        <pc:picChg chg="add mod modCrop">
          <ac:chgData name="이명서" userId="2598cb2e-e0fd-4012-a4fd-81087b844ba0" providerId="ADAL" clId="{ABE64B08-9A23-44DD-AD85-F48C67A9653C}" dt="2025-04-01T01:27:08.909" v="2873" actId="1076"/>
          <ac:picMkLst>
            <pc:docMk/>
            <pc:sldMk cId="1783548696" sldId="859"/>
            <ac:picMk id="15" creationId="{8B243A62-9FCE-7155-7FDC-F0B78C8FF61C}"/>
          </ac:picMkLst>
        </pc:picChg>
        <pc:picChg chg="add mod">
          <ac:chgData name="이명서" userId="2598cb2e-e0fd-4012-a4fd-81087b844ba0" providerId="ADAL" clId="{ABE64B08-9A23-44DD-AD85-F48C67A9653C}" dt="2025-04-01T01:29:46.462" v="2980" actId="1036"/>
          <ac:picMkLst>
            <pc:docMk/>
            <pc:sldMk cId="1783548696" sldId="859"/>
            <ac:picMk id="23" creationId="{9FA279D3-AB97-C32B-41C9-D8DB77CBEF9D}"/>
          </ac:picMkLst>
        </pc:picChg>
        <pc:cxnChg chg="add mod">
          <ac:chgData name="이명서" userId="2598cb2e-e0fd-4012-a4fd-81087b844ba0" providerId="ADAL" clId="{ABE64B08-9A23-44DD-AD85-F48C67A9653C}" dt="2025-04-01T01:31:13.696" v="3177" actId="14100"/>
          <ac:cxnSpMkLst>
            <pc:docMk/>
            <pc:sldMk cId="1783548696" sldId="859"/>
            <ac:cxnSpMk id="25" creationId="{EC45A0A4-A899-6DF4-ED7C-3BD1DE70BDCB}"/>
          </ac:cxnSpMkLst>
        </pc:cxnChg>
      </pc:sldChg>
      <pc:sldChg chg="modSp add del mod">
        <pc:chgData name="이명서" userId="2598cb2e-e0fd-4012-a4fd-81087b844ba0" providerId="ADAL" clId="{ABE64B08-9A23-44DD-AD85-F48C67A9653C}" dt="2025-04-01T00:49:39.364" v="1393" actId="47"/>
        <pc:sldMkLst>
          <pc:docMk/>
          <pc:sldMk cId="3138883191" sldId="862"/>
        </pc:sldMkLst>
        <pc:spChg chg="mod">
          <ac:chgData name="이명서" userId="2598cb2e-e0fd-4012-a4fd-81087b844ba0" providerId="ADAL" clId="{ABE64B08-9A23-44DD-AD85-F48C67A9653C}" dt="2025-04-01T00:49:31.736" v="1383" actId="20577"/>
          <ac:spMkLst>
            <pc:docMk/>
            <pc:sldMk cId="3138883191" sldId="862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0:31:55.902" v="151" actId="20577"/>
          <ac:spMkLst>
            <pc:docMk/>
            <pc:sldMk cId="3138883191" sldId="862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0:49:35.168" v="1391" actId="20577"/>
          <ac:spMkLst>
            <pc:docMk/>
            <pc:sldMk cId="3138883191" sldId="862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0:37:01.220" v="389" actId="20577"/>
          <ac:spMkLst>
            <pc:docMk/>
            <pc:sldMk cId="3138883191" sldId="862"/>
            <ac:spMk id="12300" creationId="{DAD84238-ADEB-1064-8437-59250B40B688}"/>
          </ac:spMkLst>
        </pc:spChg>
      </pc:sldChg>
      <pc:sldChg chg="addSp delSp modSp add mod">
        <pc:chgData name="이명서" userId="2598cb2e-e0fd-4012-a4fd-81087b844ba0" providerId="ADAL" clId="{ABE64B08-9A23-44DD-AD85-F48C67A9653C}" dt="2025-04-01T01:51:16.231" v="3892" actId="20577"/>
        <pc:sldMkLst>
          <pc:docMk/>
          <pc:sldMk cId="894839233" sldId="864"/>
        </pc:sldMkLst>
        <pc:spChg chg="del">
          <ac:chgData name="이명서" userId="2598cb2e-e0fd-4012-a4fd-81087b844ba0" providerId="ADAL" clId="{ABE64B08-9A23-44DD-AD85-F48C67A9653C}" dt="2025-04-01T01:11:40.838" v="2620" actId="478"/>
          <ac:spMkLst>
            <pc:docMk/>
            <pc:sldMk cId="894839233" sldId="864"/>
            <ac:spMk id="4" creationId="{C24928EC-9991-80DA-9CE6-50A47AB56638}"/>
          </ac:spMkLst>
        </pc:spChg>
        <pc:spChg chg="add mod">
          <ac:chgData name="이명서" userId="2598cb2e-e0fd-4012-a4fd-81087b844ba0" providerId="ADAL" clId="{ABE64B08-9A23-44DD-AD85-F48C67A9653C}" dt="2025-04-01T01:13:03.502" v="2729" actId="1035"/>
          <ac:spMkLst>
            <pc:docMk/>
            <pc:sldMk cId="894839233" sldId="864"/>
            <ac:spMk id="5" creationId="{7F41E53E-39DA-2670-8186-127EB8192438}"/>
          </ac:spMkLst>
        </pc:spChg>
        <pc:spChg chg="del">
          <ac:chgData name="이명서" userId="2598cb2e-e0fd-4012-a4fd-81087b844ba0" providerId="ADAL" clId="{ABE64B08-9A23-44DD-AD85-F48C67A9653C}" dt="2025-04-01T01:11:40.838" v="2620" actId="478"/>
          <ac:spMkLst>
            <pc:docMk/>
            <pc:sldMk cId="894839233" sldId="864"/>
            <ac:spMk id="6" creationId="{D70C7ADD-1E96-0060-2F2B-41A81A9DFDCA}"/>
          </ac:spMkLst>
        </pc:spChg>
        <pc:spChg chg="add mod">
          <ac:chgData name="이명서" userId="2598cb2e-e0fd-4012-a4fd-81087b844ba0" providerId="ADAL" clId="{ABE64B08-9A23-44DD-AD85-F48C67A9653C}" dt="2025-04-01T01:13:03.502" v="2729" actId="1035"/>
          <ac:spMkLst>
            <pc:docMk/>
            <pc:sldMk cId="894839233" sldId="864"/>
            <ac:spMk id="7" creationId="{47E0D93D-D4E4-B04C-96F5-B1693D9BC7B4}"/>
          </ac:spMkLst>
        </pc:spChg>
        <pc:spChg chg="add mod">
          <ac:chgData name="이명서" userId="2598cb2e-e0fd-4012-a4fd-81087b844ba0" providerId="ADAL" clId="{ABE64B08-9A23-44DD-AD85-F48C67A9653C}" dt="2025-04-01T01:13:03.502" v="2729" actId="1035"/>
          <ac:spMkLst>
            <pc:docMk/>
            <pc:sldMk cId="894839233" sldId="864"/>
            <ac:spMk id="8" creationId="{4EE40B00-414C-F8E7-A59F-28B6C032ACDA}"/>
          </ac:spMkLst>
        </pc:spChg>
        <pc:spChg chg="add mod">
          <ac:chgData name="이명서" userId="2598cb2e-e0fd-4012-a4fd-81087b844ba0" providerId="ADAL" clId="{ABE64B08-9A23-44DD-AD85-F48C67A9653C}" dt="2025-04-01T01:13:14.447" v="2749" actId="1038"/>
          <ac:spMkLst>
            <pc:docMk/>
            <pc:sldMk cId="894839233" sldId="864"/>
            <ac:spMk id="9" creationId="{7C20BCF2-9796-0426-2454-18E77CF5EE62}"/>
          </ac:spMkLst>
        </pc:spChg>
        <pc:spChg chg="del">
          <ac:chgData name="이명서" userId="2598cb2e-e0fd-4012-a4fd-81087b844ba0" providerId="ADAL" clId="{ABE64B08-9A23-44DD-AD85-F48C67A9653C}" dt="2025-04-01T01:11:40.838" v="2620" actId="478"/>
          <ac:spMkLst>
            <pc:docMk/>
            <pc:sldMk cId="894839233" sldId="864"/>
            <ac:spMk id="13" creationId="{834F75A7-6705-DDF1-8A3E-9C65B5BE7D24}"/>
          </ac:spMkLst>
        </pc:spChg>
        <pc:spChg chg="mod">
          <ac:chgData name="이명서" userId="2598cb2e-e0fd-4012-a4fd-81087b844ba0" providerId="ADAL" clId="{ABE64B08-9A23-44DD-AD85-F48C67A9653C}" dt="2025-04-01T01:51:16.231" v="3892" actId="20577"/>
          <ac:spMkLst>
            <pc:docMk/>
            <pc:sldMk cId="894839233" sldId="864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13:34.551" v="2774"/>
          <ac:spMkLst>
            <pc:docMk/>
            <pc:sldMk cId="894839233" sldId="864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1:12:11.810" v="2647" actId="20577"/>
          <ac:spMkLst>
            <pc:docMk/>
            <pc:sldMk cId="894839233" sldId="864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12:18.810" v="2665" actId="20577"/>
          <ac:spMkLst>
            <pc:docMk/>
            <pc:sldMk cId="894839233" sldId="864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1:12:23.092" v="2682" actId="20577"/>
          <ac:spMkLst>
            <pc:docMk/>
            <pc:sldMk cId="894839233" sldId="864"/>
            <ac:spMk id="12300" creationId="{DAD84238-ADEB-1064-8437-59250B40B688}"/>
          </ac:spMkLst>
        </pc:spChg>
        <pc:picChg chg="add mod">
          <ac:chgData name="이명서" userId="2598cb2e-e0fd-4012-a4fd-81087b844ba0" providerId="ADAL" clId="{ABE64B08-9A23-44DD-AD85-F48C67A9653C}" dt="2025-04-01T01:13:09.068" v="2730" actId="1076"/>
          <ac:picMkLst>
            <pc:docMk/>
            <pc:sldMk cId="894839233" sldId="864"/>
            <ac:picMk id="3" creationId="{3D8F7F0D-3901-54F2-AC81-D18C20D2E7A5}"/>
          </ac:picMkLst>
        </pc:picChg>
      </pc:sldChg>
      <pc:sldChg chg="modSp add del mod">
        <pc:chgData name="이명서" userId="2598cb2e-e0fd-4012-a4fd-81087b844ba0" providerId="ADAL" clId="{ABE64B08-9A23-44DD-AD85-F48C67A9653C}" dt="2025-04-01T01:13:42.159" v="2775" actId="47"/>
        <pc:sldMkLst>
          <pc:docMk/>
          <pc:sldMk cId="766407826" sldId="865"/>
        </pc:sldMkLst>
        <pc:spChg chg="mod">
          <ac:chgData name="이명서" userId="2598cb2e-e0fd-4012-a4fd-81087b844ba0" providerId="ADAL" clId="{ABE64B08-9A23-44DD-AD85-F48C67A9653C}" dt="2025-04-01T00:33:29.523" v="293" actId="20577"/>
          <ac:spMkLst>
            <pc:docMk/>
            <pc:sldMk cId="766407826" sldId="865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0:32:13.724" v="177" actId="20577"/>
          <ac:spMkLst>
            <pc:docMk/>
            <pc:sldMk cId="766407826" sldId="865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0:33:36.544" v="319" actId="20577"/>
          <ac:spMkLst>
            <pc:docMk/>
            <pc:sldMk cId="766407826" sldId="865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0:33:40.487" v="335" actId="20577"/>
          <ac:spMkLst>
            <pc:docMk/>
            <pc:sldMk cId="766407826" sldId="865"/>
            <ac:spMk id="12300" creationId="{DAD84238-ADEB-1064-8437-59250B40B688}"/>
          </ac:spMkLst>
        </pc:spChg>
      </pc:sldChg>
      <pc:sldChg chg="add del">
        <pc:chgData name="이명서" userId="2598cb2e-e0fd-4012-a4fd-81087b844ba0" providerId="ADAL" clId="{ABE64B08-9A23-44DD-AD85-F48C67A9653C}" dt="2025-04-01T01:13:42.159" v="2775" actId="47"/>
        <pc:sldMkLst>
          <pc:docMk/>
          <pc:sldMk cId="3010677476" sldId="866"/>
        </pc:sldMkLst>
      </pc:sldChg>
      <pc:sldChg chg="addSp delSp modSp add mod">
        <pc:chgData name="이명서" userId="2598cb2e-e0fd-4012-a4fd-81087b844ba0" providerId="ADAL" clId="{ABE64B08-9A23-44DD-AD85-F48C67A9653C}" dt="2025-04-01T01:36:42.501" v="3447" actId="20577"/>
        <pc:sldMkLst>
          <pc:docMk/>
          <pc:sldMk cId="1207787093" sldId="875"/>
        </pc:sldMkLst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5" creationId="{E6B47EF4-5BCE-CDC5-1665-8708AE00FEF3}"/>
          </ac:spMkLst>
        </pc:spChg>
        <pc:spChg chg="add mod ord">
          <ac:chgData name="이명서" userId="2598cb2e-e0fd-4012-a4fd-81087b844ba0" providerId="ADAL" clId="{ABE64B08-9A23-44DD-AD85-F48C67A9653C}" dt="2025-04-01T01:35:30.152" v="3354" actId="1076"/>
          <ac:spMkLst>
            <pc:docMk/>
            <pc:sldMk cId="1207787093" sldId="875"/>
            <ac:spMk id="6" creationId="{F44386DF-1E36-8621-4114-0758F9F0B476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7" creationId="{27E060DA-865D-3D81-F85B-E4C1EB832E00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8" creationId="{3E2441A7-F63A-ADEC-1F12-7086BB25B5B8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9" creationId="{E2F260D3-B259-66B0-2686-9B60B3B0860E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10" creationId="{0FE5ACDF-24D6-DC52-A5CD-A23D216379A8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11" creationId="{6D317397-5CD0-0A3F-8562-B5E1A36EC464}"/>
          </ac:spMkLst>
        </pc:spChg>
        <pc:spChg chg="del">
          <ac:chgData name="이명서" userId="2598cb2e-e0fd-4012-a4fd-81087b844ba0" providerId="ADAL" clId="{ABE64B08-9A23-44DD-AD85-F48C67A9653C}" dt="2025-04-01T00:50:29.475" v="1482" actId="478"/>
          <ac:spMkLst>
            <pc:docMk/>
            <pc:sldMk cId="1207787093" sldId="875"/>
            <ac:spMk id="12" creationId="{E1712E16-C45E-47C8-F9F1-5F45D8486CC3}"/>
          </ac:spMkLst>
        </pc:spChg>
        <pc:spChg chg="add mod ord">
          <ac:chgData name="이명서" userId="2598cb2e-e0fd-4012-a4fd-81087b844ba0" providerId="ADAL" clId="{ABE64B08-9A23-44DD-AD85-F48C67A9653C}" dt="2025-04-01T01:35:40.325" v="3357" actId="1076"/>
          <ac:spMkLst>
            <pc:docMk/>
            <pc:sldMk cId="1207787093" sldId="875"/>
            <ac:spMk id="13" creationId="{84FA02B4-2A00-A0D5-E3EC-8A5251ED2DE8}"/>
          </ac:spMkLst>
        </pc:spChg>
        <pc:spChg chg="add mod ord">
          <ac:chgData name="이명서" userId="2598cb2e-e0fd-4012-a4fd-81087b844ba0" providerId="ADAL" clId="{ABE64B08-9A23-44DD-AD85-F48C67A9653C}" dt="2025-04-01T01:35:54.505" v="3363" actId="1076"/>
          <ac:spMkLst>
            <pc:docMk/>
            <pc:sldMk cId="1207787093" sldId="875"/>
            <ac:spMk id="14" creationId="{97E83F89-797D-560B-A818-9605BABD4FF9}"/>
          </ac:spMkLst>
        </pc:spChg>
        <pc:spChg chg="add mod ord">
          <ac:chgData name="이명서" userId="2598cb2e-e0fd-4012-a4fd-81087b844ba0" providerId="ADAL" clId="{ABE64B08-9A23-44DD-AD85-F48C67A9653C}" dt="2025-04-01T01:35:58.011" v="3364" actId="1076"/>
          <ac:spMkLst>
            <pc:docMk/>
            <pc:sldMk cId="1207787093" sldId="875"/>
            <ac:spMk id="15" creationId="{1DF21F8B-FDFC-6AF8-9AE0-2480063EE72C}"/>
          </ac:spMkLst>
        </pc:spChg>
        <pc:spChg chg="add del mod">
          <ac:chgData name="이명서" userId="2598cb2e-e0fd-4012-a4fd-81087b844ba0" providerId="ADAL" clId="{ABE64B08-9A23-44DD-AD85-F48C67A9653C}" dt="2025-04-01T01:36:01.643" v="3365" actId="478"/>
          <ac:spMkLst>
            <pc:docMk/>
            <pc:sldMk cId="1207787093" sldId="875"/>
            <ac:spMk id="16" creationId="{33A0C35D-7AB7-01C2-F909-22156B58F6C6}"/>
          </ac:spMkLst>
        </pc:spChg>
        <pc:spChg chg="add del mod">
          <ac:chgData name="이명서" userId="2598cb2e-e0fd-4012-a4fd-81087b844ba0" providerId="ADAL" clId="{ABE64B08-9A23-44DD-AD85-F48C67A9653C}" dt="2025-04-01T00:51:13.382" v="1499" actId="478"/>
          <ac:spMkLst>
            <pc:docMk/>
            <pc:sldMk cId="1207787093" sldId="875"/>
            <ac:spMk id="17" creationId="{648DA3DB-953C-4EB9-C2E7-76C880A3DC16}"/>
          </ac:spMkLst>
        </pc:spChg>
        <pc:spChg chg="add mod">
          <ac:chgData name="이명서" userId="2598cb2e-e0fd-4012-a4fd-81087b844ba0" providerId="ADAL" clId="{ABE64B08-9A23-44DD-AD85-F48C67A9653C}" dt="2025-04-01T01:34:56.603" v="3343" actId="14100"/>
          <ac:spMkLst>
            <pc:docMk/>
            <pc:sldMk cId="1207787093" sldId="875"/>
            <ac:spMk id="31" creationId="{00F12266-3F38-B94B-0262-5070E29F71CD}"/>
          </ac:spMkLst>
        </pc:spChg>
        <pc:spChg chg="mod">
          <ac:chgData name="이명서" userId="2598cb2e-e0fd-4012-a4fd-81087b844ba0" providerId="ADAL" clId="{ABE64B08-9A23-44DD-AD85-F48C67A9653C}" dt="2025-04-01T01:36:42.501" v="3447" actId="20577"/>
          <ac:spMkLst>
            <pc:docMk/>
            <pc:sldMk cId="1207787093" sldId="875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36:36.496" v="3434" actId="20577"/>
          <ac:spMkLst>
            <pc:docMk/>
            <pc:sldMk cId="1207787093" sldId="875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0:49:59.872" v="1457" actId="20577"/>
          <ac:spMkLst>
            <pc:docMk/>
            <pc:sldMk cId="1207787093" sldId="875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33:02.753" v="3304" actId="20577"/>
          <ac:spMkLst>
            <pc:docMk/>
            <pc:sldMk cId="1207787093" sldId="875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0:50:02.564" v="1480" actId="20577"/>
          <ac:spMkLst>
            <pc:docMk/>
            <pc:sldMk cId="1207787093" sldId="875"/>
            <ac:spMk id="12300" creationId="{DAD84238-ADEB-1064-8437-59250B40B688}"/>
          </ac:spMkLst>
        </pc:spChg>
        <pc:picChg chg="del mod">
          <ac:chgData name="이명서" userId="2598cb2e-e0fd-4012-a4fd-81087b844ba0" providerId="ADAL" clId="{ABE64B08-9A23-44DD-AD85-F48C67A9653C}" dt="2025-04-01T00:50:29.475" v="1482" actId="478"/>
          <ac:picMkLst>
            <pc:docMk/>
            <pc:sldMk cId="1207787093" sldId="875"/>
            <ac:picMk id="3" creationId="{5D3569D7-5021-1DC9-857C-ACAF6FE3D6D1}"/>
          </ac:picMkLst>
        </pc:picChg>
        <pc:picChg chg="add del mod">
          <ac:chgData name="이명서" userId="2598cb2e-e0fd-4012-a4fd-81087b844ba0" providerId="ADAL" clId="{ABE64B08-9A23-44DD-AD85-F48C67A9653C}" dt="2025-04-01T01:16:56.108" v="2776" actId="478"/>
          <ac:picMkLst>
            <pc:docMk/>
            <pc:sldMk cId="1207787093" sldId="875"/>
            <ac:picMk id="4" creationId="{C828A9DC-69B1-E532-8A6E-6730FA761787}"/>
          </ac:picMkLst>
        </pc:picChg>
        <pc:picChg chg="add del mod">
          <ac:chgData name="이명서" userId="2598cb2e-e0fd-4012-a4fd-81087b844ba0" providerId="ADAL" clId="{ABE64B08-9A23-44DD-AD85-F48C67A9653C}" dt="2025-04-01T01:33:06.859" v="3306" actId="478"/>
          <ac:picMkLst>
            <pc:docMk/>
            <pc:sldMk cId="1207787093" sldId="875"/>
            <ac:picMk id="19" creationId="{26A3033E-2F27-045E-75A7-CDB9D66C4769}"/>
          </ac:picMkLst>
        </pc:picChg>
        <pc:picChg chg="add del mod ord">
          <ac:chgData name="이명서" userId="2598cb2e-e0fd-4012-a4fd-81087b844ba0" providerId="ADAL" clId="{ABE64B08-9A23-44DD-AD85-F48C67A9653C}" dt="2025-04-01T01:33:05.262" v="3305" actId="478"/>
          <ac:picMkLst>
            <pc:docMk/>
            <pc:sldMk cId="1207787093" sldId="875"/>
            <ac:picMk id="27" creationId="{7146256B-B11C-F36C-0BDD-816227DD8278}"/>
          </ac:picMkLst>
        </pc:picChg>
        <pc:picChg chg="add mod">
          <ac:chgData name="이명서" userId="2598cb2e-e0fd-4012-a4fd-81087b844ba0" providerId="ADAL" clId="{ABE64B08-9A23-44DD-AD85-F48C67A9653C}" dt="2025-04-01T01:33:35.812" v="3317" actId="1076"/>
          <ac:picMkLst>
            <pc:docMk/>
            <pc:sldMk cId="1207787093" sldId="875"/>
            <ac:picMk id="30" creationId="{7FFB8DF0-974F-EBAC-E4AE-F5B9EF49BAA7}"/>
          </ac:picMkLst>
        </pc:picChg>
        <pc:picChg chg="add del mod">
          <ac:chgData name="이명서" userId="2598cb2e-e0fd-4012-a4fd-81087b844ba0" providerId="ADAL" clId="{ABE64B08-9A23-44DD-AD85-F48C67A9653C}" dt="2025-04-01T01:34:20.839" v="3335" actId="478"/>
          <ac:picMkLst>
            <pc:docMk/>
            <pc:sldMk cId="1207787093" sldId="875"/>
            <ac:picMk id="34" creationId="{3D69B9D2-EB4E-7587-3E69-11B4B95FD2CF}"/>
          </ac:picMkLst>
        </pc:picChg>
        <pc:picChg chg="add mod">
          <ac:chgData name="이명서" userId="2598cb2e-e0fd-4012-a4fd-81087b844ba0" providerId="ADAL" clId="{ABE64B08-9A23-44DD-AD85-F48C67A9653C}" dt="2025-04-01T01:35:21.051" v="3351" actId="1076"/>
          <ac:picMkLst>
            <pc:docMk/>
            <pc:sldMk cId="1207787093" sldId="875"/>
            <ac:picMk id="36" creationId="{C856F795-EAF7-F283-B7C6-3685D4A676E9}"/>
          </ac:picMkLst>
        </pc:picChg>
        <pc:cxnChg chg="add del mod">
          <ac:chgData name="이명서" userId="2598cb2e-e0fd-4012-a4fd-81087b844ba0" providerId="ADAL" clId="{ABE64B08-9A23-44DD-AD85-F48C67A9653C}" dt="2025-04-01T01:33:08.162" v="3307" actId="478"/>
          <ac:cxnSpMkLst>
            <pc:docMk/>
            <pc:sldMk cId="1207787093" sldId="875"/>
            <ac:cxnSpMk id="20" creationId="{376EDAE2-D056-438B-92A3-CB8F36036911}"/>
          </ac:cxnSpMkLst>
        </pc:cxnChg>
        <pc:cxnChg chg="add mod">
          <ac:chgData name="이명서" userId="2598cb2e-e0fd-4012-a4fd-81087b844ba0" providerId="ADAL" clId="{ABE64B08-9A23-44DD-AD85-F48C67A9653C}" dt="2025-04-01T01:35:21.051" v="3351" actId="1076"/>
          <ac:cxnSpMkLst>
            <pc:docMk/>
            <pc:sldMk cId="1207787093" sldId="875"/>
            <ac:cxnSpMk id="32" creationId="{0C75CFA8-A0C0-80FB-C7A3-DB490EFA83B4}"/>
          </ac:cxnSpMkLst>
        </pc:cxnChg>
      </pc:sldChg>
      <pc:sldChg chg="addSp delSp modSp add mod">
        <pc:chgData name="이명서" userId="2598cb2e-e0fd-4012-a4fd-81087b844ba0" providerId="ADAL" clId="{ABE64B08-9A23-44DD-AD85-F48C67A9653C}" dt="2025-04-01T01:08:14.463" v="2498" actId="20577"/>
        <pc:sldMkLst>
          <pc:docMk/>
          <pc:sldMk cId="1765643610" sldId="879"/>
        </pc:sldMkLst>
        <pc:spChg chg="add mod">
          <ac:chgData name="이명서" userId="2598cb2e-e0fd-4012-a4fd-81087b844ba0" providerId="ADAL" clId="{ABE64B08-9A23-44DD-AD85-F48C67A9653C}" dt="2025-04-01T01:07:27.103" v="2454" actId="12788"/>
          <ac:spMkLst>
            <pc:docMk/>
            <pc:sldMk cId="1765643610" sldId="879"/>
            <ac:spMk id="5" creationId="{8A1B0FC2-19C8-3198-6153-9D5790586126}"/>
          </ac:spMkLst>
        </pc:spChg>
        <pc:spChg chg="del">
          <ac:chgData name="이명서" userId="2598cb2e-e0fd-4012-a4fd-81087b844ba0" providerId="ADAL" clId="{ABE64B08-9A23-44DD-AD85-F48C67A9653C}" dt="2025-04-01T00:56:35.978" v="1795" actId="478"/>
          <ac:spMkLst>
            <pc:docMk/>
            <pc:sldMk cId="1765643610" sldId="879"/>
            <ac:spMk id="6" creationId="{F44386DF-1E36-8621-4114-0758F9F0B476}"/>
          </ac:spMkLst>
        </pc:spChg>
        <pc:spChg chg="add mod">
          <ac:chgData name="이명서" userId="2598cb2e-e0fd-4012-a4fd-81087b844ba0" providerId="ADAL" clId="{ABE64B08-9A23-44DD-AD85-F48C67A9653C}" dt="2025-04-01T01:07:27.103" v="2454" actId="12788"/>
          <ac:spMkLst>
            <pc:docMk/>
            <pc:sldMk cId="1765643610" sldId="879"/>
            <ac:spMk id="7" creationId="{00A1ED5A-DBBF-2DEE-07BD-F973110A63E4}"/>
          </ac:spMkLst>
        </pc:spChg>
        <pc:spChg chg="add mod">
          <ac:chgData name="이명서" userId="2598cb2e-e0fd-4012-a4fd-81087b844ba0" providerId="ADAL" clId="{ABE64B08-9A23-44DD-AD85-F48C67A9653C}" dt="2025-04-01T01:07:27.103" v="2454" actId="12788"/>
          <ac:spMkLst>
            <pc:docMk/>
            <pc:sldMk cId="1765643610" sldId="879"/>
            <ac:spMk id="8" creationId="{DB44ECC7-947F-F4B0-582D-C6FD35CFAA5F}"/>
          </ac:spMkLst>
        </pc:spChg>
        <pc:spChg chg="add mod">
          <ac:chgData name="이명서" userId="2598cb2e-e0fd-4012-a4fd-81087b844ba0" providerId="ADAL" clId="{ABE64B08-9A23-44DD-AD85-F48C67A9653C}" dt="2025-04-01T01:07:27.103" v="2454" actId="12788"/>
          <ac:spMkLst>
            <pc:docMk/>
            <pc:sldMk cId="1765643610" sldId="879"/>
            <ac:spMk id="9" creationId="{35A420E6-E06B-DBD1-4CA8-0443D150478E}"/>
          </ac:spMkLst>
        </pc:spChg>
        <pc:spChg chg="add mod">
          <ac:chgData name="이명서" userId="2598cb2e-e0fd-4012-a4fd-81087b844ba0" providerId="ADAL" clId="{ABE64B08-9A23-44DD-AD85-F48C67A9653C}" dt="2025-04-01T01:07:31.634" v="2455" actId="1076"/>
          <ac:spMkLst>
            <pc:docMk/>
            <pc:sldMk cId="1765643610" sldId="879"/>
            <ac:spMk id="10" creationId="{D75D839D-5C8B-C01E-6331-10BBCFA6FE73}"/>
          </ac:spMkLst>
        </pc:spChg>
        <pc:spChg chg="add del mod">
          <ac:chgData name="이명서" userId="2598cb2e-e0fd-4012-a4fd-81087b844ba0" providerId="ADAL" clId="{ABE64B08-9A23-44DD-AD85-F48C67A9653C}" dt="2025-04-01T00:58:27.939" v="1845" actId="478"/>
          <ac:spMkLst>
            <pc:docMk/>
            <pc:sldMk cId="1765643610" sldId="879"/>
            <ac:spMk id="11" creationId="{BFA07A34-31E0-5BA6-D17F-C8E629861BFF}"/>
          </ac:spMkLst>
        </pc:spChg>
        <pc:spChg chg="del">
          <ac:chgData name="이명서" userId="2598cb2e-e0fd-4012-a4fd-81087b844ba0" providerId="ADAL" clId="{ABE64B08-9A23-44DD-AD85-F48C67A9653C}" dt="2025-04-01T00:56:35.978" v="1795" actId="478"/>
          <ac:spMkLst>
            <pc:docMk/>
            <pc:sldMk cId="1765643610" sldId="879"/>
            <ac:spMk id="13" creationId="{84FA02B4-2A00-A0D5-E3EC-8A5251ED2DE8}"/>
          </ac:spMkLst>
        </pc:spChg>
        <pc:spChg chg="del">
          <ac:chgData name="이명서" userId="2598cb2e-e0fd-4012-a4fd-81087b844ba0" providerId="ADAL" clId="{ABE64B08-9A23-44DD-AD85-F48C67A9653C}" dt="2025-04-01T00:56:35.978" v="1795" actId="478"/>
          <ac:spMkLst>
            <pc:docMk/>
            <pc:sldMk cId="1765643610" sldId="879"/>
            <ac:spMk id="14" creationId="{97E83F89-797D-560B-A818-9605BABD4FF9}"/>
          </ac:spMkLst>
        </pc:spChg>
        <pc:spChg chg="del">
          <ac:chgData name="이명서" userId="2598cb2e-e0fd-4012-a4fd-81087b844ba0" providerId="ADAL" clId="{ABE64B08-9A23-44DD-AD85-F48C67A9653C}" dt="2025-04-01T00:56:35.978" v="1795" actId="478"/>
          <ac:spMkLst>
            <pc:docMk/>
            <pc:sldMk cId="1765643610" sldId="879"/>
            <ac:spMk id="15" creationId="{1DF21F8B-FDFC-6AF8-9AE0-2480063EE72C}"/>
          </ac:spMkLst>
        </pc:spChg>
        <pc:spChg chg="del">
          <ac:chgData name="이명서" userId="2598cb2e-e0fd-4012-a4fd-81087b844ba0" providerId="ADAL" clId="{ABE64B08-9A23-44DD-AD85-F48C67A9653C}" dt="2025-04-01T00:56:35.978" v="1795" actId="478"/>
          <ac:spMkLst>
            <pc:docMk/>
            <pc:sldMk cId="1765643610" sldId="879"/>
            <ac:spMk id="16" creationId="{33A0C35D-7AB7-01C2-F909-22156B58F6C6}"/>
          </ac:spMkLst>
        </pc:spChg>
        <pc:spChg chg="mod">
          <ac:chgData name="이명서" userId="2598cb2e-e0fd-4012-a4fd-81087b844ba0" providerId="ADAL" clId="{ABE64B08-9A23-44DD-AD85-F48C67A9653C}" dt="2025-04-01T00:56:28.214" v="1793" actId="20577"/>
          <ac:spMkLst>
            <pc:docMk/>
            <pc:sldMk cId="1765643610" sldId="879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07:36.829" v="2469" actId="20577"/>
          <ac:spMkLst>
            <pc:docMk/>
            <pc:sldMk cId="1765643610" sldId="879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1:08:14.463" v="2498" actId="20577"/>
          <ac:spMkLst>
            <pc:docMk/>
            <pc:sldMk cId="1765643610" sldId="879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00:18.875" v="1866"/>
          <ac:spMkLst>
            <pc:docMk/>
            <pc:sldMk cId="1765643610" sldId="879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1:00:16.263" v="1865" actId="20577"/>
          <ac:spMkLst>
            <pc:docMk/>
            <pc:sldMk cId="1765643610" sldId="879"/>
            <ac:spMk id="12300" creationId="{DAD84238-ADEB-1064-8437-59250B40B688}"/>
          </ac:spMkLst>
        </pc:spChg>
        <pc:picChg chg="add mod">
          <ac:chgData name="이명서" userId="2598cb2e-e0fd-4012-a4fd-81087b844ba0" providerId="ADAL" clId="{ABE64B08-9A23-44DD-AD85-F48C67A9653C}" dt="2025-04-01T00:58:22.373" v="1843" actId="1076"/>
          <ac:picMkLst>
            <pc:docMk/>
            <pc:sldMk cId="1765643610" sldId="879"/>
            <ac:picMk id="3" creationId="{89236184-73E9-C5A4-F4AA-725570A2111A}"/>
          </ac:picMkLst>
        </pc:picChg>
        <pc:picChg chg="del">
          <ac:chgData name="이명서" userId="2598cb2e-e0fd-4012-a4fd-81087b844ba0" providerId="ADAL" clId="{ABE64B08-9A23-44DD-AD85-F48C67A9653C}" dt="2025-04-01T00:56:31.387" v="1794" actId="478"/>
          <ac:picMkLst>
            <pc:docMk/>
            <pc:sldMk cId="1765643610" sldId="879"/>
            <ac:picMk id="4" creationId="{C828A9DC-69B1-E532-8A6E-6730FA761787}"/>
          </ac:picMkLst>
        </pc:picChg>
        <pc:picChg chg="add mod">
          <ac:chgData name="이명서" userId="2598cb2e-e0fd-4012-a4fd-81087b844ba0" providerId="ADAL" clId="{ABE64B08-9A23-44DD-AD85-F48C67A9653C}" dt="2025-04-01T01:01:19.159" v="1973" actId="1035"/>
          <ac:picMkLst>
            <pc:docMk/>
            <pc:sldMk cId="1765643610" sldId="879"/>
            <ac:picMk id="17" creationId="{DFC12FAF-2684-BA80-F71B-06A1C9A35630}"/>
          </ac:picMkLst>
        </pc:picChg>
        <pc:picChg chg="del">
          <ac:chgData name="이명서" userId="2598cb2e-e0fd-4012-a4fd-81087b844ba0" providerId="ADAL" clId="{ABE64B08-9A23-44DD-AD85-F48C67A9653C}" dt="2025-04-01T00:56:35.978" v="1795" actId="478"/>
          <ac:picMkLst>
            <pc:docMk/>
            <pc:sldMk cId="1765643610" sldId="879"/>
            <ac:picMk id="19" creationId="{26A3033E-2F27-045E-75A7-CDB9D66C4769}"/>
          </ac:picMkLst>
        </pc:picChg>
        <pc:cxnChg chg="del mod">
          <ac:chgData name="이명서" userId="2598cb2e-e0fd-4012-a4fd-81087b844ba0" providerId="ADAL" clId="{ABE64B08-9A23-44DD-AD85-F48C67A9653C}" dt="2025-04-01T00:56:35.978" v="1795" actId="478"/>
          <ac:cxnSpMkLst>
            <pc:docMk/>
            <pc:sldMk cId="1765643610" sldId="879"/>
            <ac:cxnSpMk id="20" creationId="{376EDAE2-D056-438B-92A3-CB8F36036911}"/>
          </ac:cxnSpMkLst>
        </pc:cxnChg>
      </pc:sldChg>
      <pc:sldChg chg="addSp delSp modSp add mod">
        <pc:chgData name="이명서" userId="2598cb2e-e0fd-4012-a4fd-81087b844ba0" providerId="ADAL" clId="{ABE64B08-9A23-44DD-AD85-F48C67A9653C}" dt="2025-04-01T01:49:57.270" v="3876" actId="1038"/>
        <pc:sldMkLst>
          <pc:docMk/>
          <pc:sldMk cId="2330751958" sldId="880"/>
        </pc:sldMkLst>
        <pc:spChg chg="del mod">
          <ac:chgData name="이명서" userId="2598cb2e-e0fd-4012-a4fd-81087b844ba0" providerId="ADAL" clId="{ABE64B08-9A23-44DD-AD85-F48C67A9653C}" dt="2025-04-01T01:44:30.685" v="3651" actId="478"/>
          <ac:spMkLst>
            <pc:docMk/>
            <pc:sldMk cId="2330751958" sldId="880"/>
            <ac:spMk id="5" creationId="{8A1B0FC2-19C8-3198-6153-9D5790586126}"/>
          </ac:spMkLst>
        </pc:spChg>
        <pc:spChg chg="del mod">
          <ac:chgData name="이명서" userId="2598cb2e-e0fd-4012-a4fd-81087b844ba0" providerId="ADAL" clId="{ABE64B08-9A23-44DD-AD85-F48C67A9653C}" dt="2025-04-01T01:44:30.685" v="3651" actId="478"/>
          <ac:spMkLst>
            <pc:docMk/>
            <pc:sldMk cId="2330751958" sldId="880"/>
            <ac:spMk id="7" creationId="{00A1ED5A-DBBF-2DEE-07BD-F973110A63E4}"/>
          </ac:spMkLst>
        </pc:spChg>
        <pc:spChg chg="del mod">
          <ac:chgData name="이명서" userId="2598cb2e-e0fd-4012-a4fd-81087b844ba0" providerId="ADAL" clId="{ABE64B08-9A23-44DD-AD85-F48C67A9653C}" dt="2025-04-01T01:44:30.685" v="3651" actId="478"/>
          <ac:spMkLst>
            <pc:docMk/>
            <pc:sldMk cId="2330751958" sldId="880"/>
            <ac:spMk id="8" creationId="{DB44ECC7-947F-F4B0-582D-C6FD35CFAA5F}"/>
          </ac:spMkLst>
        </pc:spChg>
        <pc:spChg chg="del mod">
          <ac:chgData name="이명서" userId="2598cb2e-e0fd-4012-a4fd-81087b844ba0" providerId="ADAL" clId="{ABE64B08-9A23-44DD-AD85-F48C67A9653C}" dt="2025-04-01T01:44:30.685" v="3651" actId="478"/>
          <ac:spMkLst>
            <pc:docMk/>
            <pc:sldMk cId="2330751958" sldId="880"/>
            <ac:spMk id="9" creationId="{35A420E6-E06B-DBD1-4CA8-0443D150478E}"/>
          </ac:spMkLst>
        </pc:spChg>
        <pc:spChg chg="add del">
          <ac:chgData name="이명서" userId="2598cb2e-e0fd-4012-a4fd-81087b844ba0" providerId="ADAL" clId="{ABE64B08-9A23-44DD-AD85-F48C67A9653C}" dt="2025-04-01T01:09:24.359" v="2579" actId="478"/>
          <ac:spMkLst>
            <pc:docMk/>
            <pc:sldMk cId="2330751958" sldId="880"/>
            <ac:spMk id="10" creationId="{D75D839D-5C8B-C01E-6331-10BBCFA6FE73}"/>
          </ac:spMkLst>
        </pc:spChg>
        <pc:spChg chg="add mod">
          <ac:chgData name="이명서" userId="2598cb2e-e0fd-4012-a4fd-81087b844ba0" providerId="ADAL" clId="{ABE64B08-9A23-44DD-AD85-F48C67A9653C}" dt="2025-04-01T01:45:38.855" v="3682" actId="1035"/>
          <ac:spMkLst>
            <pc:docMk/>
            <pc:sldMk cId="2330751958" sldId="880"/>
            <ac:spMk id="12" creationId="{39AF26AD-33E2-166C-F4E5-C1A9E60A84F0}"/>
          </ac:spMkLst>
        </pc:spChg>
        <pc:spChg chg="add mod">
          <ac:chgData name="이명서" userId="2598cb2e-e0fd-4012-a4fd-81087b844ba0" providerId="ADAL" clId="{ABE64B08-9A23-44DD-AD85-F48C67A9653C}" dt="2025-04-01T01:49:57.270" v="3876" actId="1038"/>
          <ac:spMkLst>
            <pc:docMk/>
            <pc:sldMk cId="2330751958" sldId="880"/>
            <ac:spMk id="18" creationId="{66B1655A-F385-7774-259A-55B5F32D6C55}"/>
          </ac:spMkLst>
        </pc:spChg>
        <pc:spChg chg="add mod">
          <ac:chgData name="이명서" userId="2598cb2e-e0fd-4012-a4fd-81087b844ba0" providerId="ADAL" clId="{ABE64B08-9A23-44DD-AD85-F48C67A9653C}" dt="2025-04-01T01:46:29.873" v="3706" actId="1076"/>
          <ac:spMkLst>
            <pc:docMk/>
            <pc:sldMk cId="2330751958" sldId="880"/>
            <ac:spMk id="19" creationId="{2C1630AC-1B54-3894-ED64-81BA6DF0548B}"/>
          </ac:spMkLst>
        </pc:spChg>
        <pc:spChg chg="add mod">
          <ac:chgData name="이명서" userId="2598cb2e-e0fd-4012-a4fd-81087b844ba0" providerId="ADAL" clId="{ABE64B08-9A23-44DD-AD85-F48C67A9653C}" dt="2025-04-01T01:49:48.272" v="3859" actId="12789"/>
          <ac:spMkLst>
            <pc:docMk/>
            <pc:sldMk cId="2330751958" sldId="880"/>
            <ac:spMk id="20" creationId="{A85C4527-4296-76EA-AB89-B61E52336397}"/>
          </ac:spMkLst>
        </pc:spChg>
        <pc:spChg chg="add mod">
          <ac:chgData name="이명서" userId="2598cb2e-e0fd-4012-a4fd-81087b844ba0" providerId="ADAL" clId="{ABE64B08-9A23-44DD-AD85-F48C67A9653C}" dt="2025-04-01T01:49:48.272" v="3859" actId="12789"/>
          <ac:spMkLst>
            <pc:docMk/>
            <pc:sldMk cId="2330751958" sldId="880"/>
            <ac:spMk id="21" creationId="{67FE2354-B8D7-EC8E-A5CE-BF1531E4C28F}"/>
          </ac:spMkLst>
        </pc:spChg>
        <pc:spChg chg="mod">
          <ac:chgData name="이명서" userId="2598cb2e-e0fd-4012-a4fd-81087b844ba0" providerId="ADAL" clId="{ABE64B08-9A23-44DD-AD85-F48C67A9653C}" dt="2025-04-01T01:45:18.949" v="3669" actId="14100"/>
          <ac:spMkLst>
            <pc:docMk/>
            <pc:sldMk cId="2330751958" sldId="880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45:54.130" v="3697" actId="20577"/>
          <ac:spMkLst>
            <pc:docMk/>
            <pc:sldMk cId="2330751958" sldId="880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1:08:30.569" v="2515" actId="20577"/>
          <ac:spMkLst>
            <pc:docMk/>
            <pc:sldMk cId="2330751958" sldId="880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08:44.666" v="2550" actId="20577"/>
          <ac:spMkLst>
            <pc:docMk/>
            <pc:sldMk cId="2330751958" sldId="880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1:45:16.149" v="3668" actId="1038"/>
          <ac:spMkLst>
            <pc:docMk/>
            <pc:sldMk cId="2330751958" sldId="880"/>
            <ac:spMk id="12299" creationId="{4FC4CCC9-7D98-6A92-0EF0-E88919562AEC}"/>
          </ac:spMkLst>
        </pc:spChg>
        <pc:spChg chg="mod">
          <ac:chgData name="이명서" userId="2598cb2e-e0fd-4012-a4fd-81087b844ba0" providerId="ADAL" clId="{ABE64B08-9A23-44DD-AD85-F48C67A9653C}" dt="2025-04-01T01:08:50.586" v="2566" actId="20577"/>
          <ac:spMkLst>
            <pc:docMk/>
            <pc:sldMk cId="2330751958" sldId="880"/>
            <ac:spMk id="12300" creationId="{DAD84238-ADEB-1064-8437-59250B40B688}"/>
          </ac:spMkLst>
        </pc:spChg>
        <pc:picChg chg="del">
          <ac:chgData name="이명서" userId="2598cb2e-e0fd-4012-a4fd-81087b844ba0" providerId="ADAL" clId="{ABE64B08-9A23-44DD-AD85-F48C67A9653C}" dt="2025-04-01T01:08:54.157" v="2567" actId="478"/>
          <ac:picMkLst>
            <pc:docMk/>
            <pc:sldMk cId="2330751958" sldId="880"/>
            <ac:picMk id="3" creationId="{89236184-73E9-C5A4-F4AA-725570A2111A}"/>
          </ac:picMkLst>
        </pc:picChg>
        <pc:picChg chg="add del mod ord">
          <ac:chgData name="이명서" userId="2598cb2e-e0fd-4012-a4fd-81087b844ba0" providerId="ADAL" clId="{ABE64B08-9A23-44DD-AD85-F48C67A9653C}" dt="2025-04-01T01:44:28.488" v="3650" actId="478"/>
          <ac:picMkLst>
            <pc:docMk/>
            <pc:sldMk cId="2330751958" sldId="880"/>
            <ac:picMk id="4" creationId="{36958667-5D04-C305-FD4A-E33DDAD7F31A}"/>
          </ac:picMkLst>
        </pc:picChg>
        <pc:picChg chg="add mod">
          <ac:chgData name="이명서" userId="2598cb2e-e0fd-4012-a4fd-81087b844ba0" providerId="ADAL" clId="{ABE64B08-9A23-44DD-AD85-F48C67A9653C}" dt="2025-04-01T01:45:32.742" v="3677" actId="1035"/>
          <ac:picMkLst>
            <pc:docMk/>
            <pc:sldMk cId="2330751958" sldId="880"/>
            <ac:picMk id="11" creationId="{EEFC20B4-1574-2033-B267-112122FAC57D}"/>
          </ac:picMkLst>
        </pc:picChg>
        <pc:picChg chg="add mod">
          <ac:chgData name="이명서" userId="2598cb2e-e0fd-4012-a4fd-81087b844ba0" providerId="ADAL" clId="{ABE64B08-9A23-44DD-AD85-F48C67A9653C}" dt="2025-04-01T01:46:11.853" v="3703" actId="1076"/>
          <ac:picMkLst>
            <pc:docMk/>
            <pc:sldMk cId="2330751958" sldId="880"/>
            <ac:picMk id="15" creationId="{BD374D90-4464-FE9A-8755-641F1E83A4ED}"/>
          </ac:picMkLst>
        </pc:picChg>
        <pc:picChg chg="del">
          <ac:chgData name="이명서" userId="2598cb2e-e0fd-4012-a4fd-81087b844ba0" providerId="ADAL" clId="{ABE64B08-9A23-44DD-AD85-F48C67A9653C}" dt="2025-04-01T01:08:56.108" v="2568" actId="478"/>
          <ac:picMkLst>
            <pc:docMk/>
            <pc:sldMk cId="2330751958" sldId="880"/>
            <ac:picMk id="17" creationId="{DFC12FAF-2684-BA80-F71B-06A1C9A35630}"/>
          </ac:picMkLst>
        </pc:picChg>
        <pc:cxnChg chg="add mod">
          <ac:chgData name="이명서" userId="2598cb2e-e0fd-4012-a4fd-81087b844ba0" providerId="ADAL" clId="{ABE64B08-9A23-44DD-AD85-F48C67A9653C}" dt="2025-04-01T01:46:16.351" v="3704" actId="14100"/>
          <ac:cxnSpMkLst>
            <pc:docMk/>
            <pc:sldMk cId="2330751958" sldId="880"/>
            <ac:cxnSpMk id="13" creationId="{5B2E9874-BD88-936C-A4D2-8E124045E27E}"/>
          </ac:cxnSpMkLst>
        </pc:cxnChg>
      </pc:sldChg>
      <pc:sldChg chg="add">
        <pc:chgData name="이명서" userId="2598cb2e-e0fd-4012-a4fd-81087b844ba0" providerId="ADAL" clId="{ABE64B08-9A23-44DD-AD85-F48C67A9653C}" dt="2025-04-01T01:22:09.947" v="2840"/>
        <pc:sldMkLst>
          <pc:docMk/>
          <pc:sldMk cId="1875475849" sldId="881"/>
        </pc:sldMkLst>
      </pc:sldChg>
      <pc:sldChg chg="add">
        <pc:chgData name="이명서" userId="2598cb2e-e0fd-4012-a4fd-81087b844ba0" providerId="ADAL" clId="{ABE64B08-9A23-44DD-AD85-F48C67A9653C}" dt="2025-04-01T01:32:54.010" v="3288"/>
        <pc:sldMkLst>
          <pc:docMk/>
          <pc:sldMk cId="1959398003" sldId="882"/>
        </pc:sldMkLst>
      </pc:sldChg>
      <pc:sldChg chg="addSp delSp modSp add mod ord">
        <pc:chgData name="이명서" userId="2598cb2e-e0fd-4012-a4fd-81087b844ba0" providerId="ADAL" clId="{ABE64B08-9A23-44DD-AD85-F48C67A9653C}" dt="2025-04-01T01:42:07.588" v="3648" actId="14100"/>
        <pc:sldMkLst>
          <pc:docMk/>
          <pc:sldMk cId="1489782256" sldId="883"/>
        </pc:sldMkLst>
        <pc:spChg chg="mod ord">
          <ac:chgData name="이명서" userId="2598cb2e-e0fd-4012-a4fd-81087b844ba0" providerId="ADAL" clId="{ABE64B08-9A23-44DD-AD85-F48C67A9653C}" dt="2025-04-01T01:40:10.021" v="3560" actId="1076"/>
          <ac:spMkLst>
            <pc:docMk/>
            <pc:sldMk cId="1489782256" sldId="883"/>
            <ac:spMk id="5" creationId="{8A1B0FC2-19C8-3198-6153-9D5790586126}"/>
          </ac:spMkLst>
        </pc:spChg>
        <pc:spChg chg="add mod">
          <ac:chgData name="이명서" userId="2598cb2e-e0fd-4012-a4fd-81087b844ba0" providerId="ADAL" clId="{ABE64B08-9A23-44DD-AD85-F48C67A9653C}" dt="2025-04-01T01:39:49.160" v="3552" actId="14100"/>
          <ac:spMkLst>
            <pc:docMk/>
            <pc:sldMk cId="1489782256" sldId="883"/>
            <ac:spMk id="6" creationId="{6BEAEA4B-674E-A20B-5676-1E772F11C9E8}"/>
          </ac:spMkLst>
        </pc:spChg>
        <pc:spChg chg="mod ord">
          <ac:chgData name="이명서" userId="2598cb2e-e0fd-4012-a4fd-81087b844ba0" providerId="ADAL" clId="{ABE64B08-9A23-44DD-AD85-F48C67A9653C}" dt="2025-04-01T01:40:22.650" v="3565" actId="1076"/>
          <ac:spMkLst>
            <pc:docMk/>
            <pc:sldMk cId="1489782256" sldId="883"/>
            <ac:spMk id="7" creationId="{00A1ED5A-DBBF-2DEE-07BD-F973110A63E4}"/>
          </ac:spMkLst>
        </pc:spChg>
        <pc:spChg chg="add del mod ord">
          <ac:chgData name="이명서" userId="2598cb2e-e0fd-4012-a4fd-81087b844ba0" providerId="ADAL" clId="{ABE64B08-9A23-44DD-AD85-F48C67A9653C}" dt="2025-04-01T01:41:06.560" v="3579" actId="1076"/>
          <ac:spMkLst>
            <pc:docMk/>
            <pc:sldMk cId="1489782256" sldId="883"/>
            <ac:spMk id="8" creationId="{DB44ECC7-947F-F4B0-582D-C6FD35CFAA5F}"/>
          </ac:spMkLst>
        </pc:spChg>
        <pc:spChg chg="mod ord">
          <ac:chgData name="이명서" userId="2598cb2e-e0fd-4012-a4fd-81087b844ba0" providerId="ADAL" clId="{ABE64B08-9A23-44DD-AD85-F48C67A9653C}" dt="2025-04-01T01:41:12.709" v="3581" actId="1076"/>
          <ac:spMkLst>
            <pc:docMk/>
            <pc:sldMk cId="1489782256" sldId="883"/>
            <ac:spMk id="9" creationId="{35A420E6-E06B-DBD1-4CA8-0443D150478E}"/>
          </ac:spMkLst>
        </pc:spChg>
        <pc:spChg chg="del mod ord">
          <ac:chgData name="이명서" userId="2598cb2e-e0fd-4012-a4fd-81087b844ba0" providerId="ADAL" clId="{ABE64B08-9A23-44DD-AD85-F48C67A9653C}" dt="2025-04-01T01:38:06.892" v="3494" actId="478"/>
          <ac:spMkLst>
            <pc:docMk/>
            <pc:sldMk cId="1489782256" sldId="883"/>
            <ac:spMk id="10" creationId="{D75D839D-5C8B-C01E-6331-10BBCFA6FE73}"/>
          </ac:spMkLst>
        </pc:spChg>
        <pc:spChg chg="mod">
          <ac:chgData name="이명서" userId="2598cb2e-e0fd-4012-a4fd-81087b844ba0" providerId="ADAL" clId="{ABE64B08-9A23-44DD-AD85-F48C67A9653C}" dt="2025-04-01T01:42:07.588" v="3648" actId="14100"/>
          <ac:spMkLst>
            <pc:docMk/>
            <pc:sldMk cId="1489782256" sldId="883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41:44.165" v="3631" actId="20577"/>
          <ac:spMkLst>
            <pc:docMk/>
            <pc:sldMk cId="1489782256" sldId="883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1:42:04.415" v="3647" actId="1038"/>
          <ac:spMkLst>
            <pc:docMk/>
            <pc:sldMk cId="1489782256" sldId="883"/>
            <ac:spMk id="12299" creationId="{4FC4CCC9-7D98-6A92-0EF0-E88919562AEC}"/>
          </ac:spMkLst>
        </pc:spChg>
        <pc:picChg chg="del">
          <ac:chgData name="이명서" userId="2598cb2e-e0fd-4012-a4fd-81087b844ba0" providerId="ADAL" clId="{ABE64B08-9A23-44DD-AD85-F48C67A9653C}" dt="2025-04-01T01:37:55.520" v="3489" actId="478"/>
          <ac:picMkLst>
            <pc:docMk/>
            <pc:sldMk cId="1489782256" sldId="883"/>
            <ac:picMk id="3" creationId="{89236184-73E9-C5A4-F4AA-725570A2111A}"/>
          </ac:picMkLst>
        </pc:picChg>
        <pc:picChg chg="add mod">
          <ac:chgData name="이명서" userId="2598cb2e-e0fd-4012-a4fd-81087b844ba0" providerId="ADAL" clId="{ABE64B08-9A23-44DD-AD85-F48C67A9653C}" dt="2025-04-01T01:39:33.632" v="3512" actId="1076"/>
          <ac:picMkLst>
            <pc:docMk/>
            <pc:sldMk cId="1489782256" sldId="883"/>
            <ac:picMk id="4" creationId="{5249A63A-3852-7B2F-A671-EC007A2CD2EA}"/>
          </ac:picMkLst>
        </pc:picChg>
        <pc:picChg chg="add mod">
          <ac:chgData name="이명서" userId="2598cb2e-e0fd-4012-a4fd-81087b844ba0" providerId="ADAL" clId="{ABE64B08-9A23-44DD-AD85-F48C67A9653C}" dt="2025-04-01T01:40:00.843" v="3557" actId="1076"/>
          <ac:picMkLst>
            <pc:docMk/>
            <pc:sldMk cId="1489782256" sldId="883"/>
            <ac:picMk id="13" creationId="{5CDF0B22-107B-CB7A-597B-AA6547A17B47}"/>
          </ac:picMkLst>
        </pc:picChg>
        <pc:picChg chg="del mod ord">
          <ac:chgData name="이명서" userId="2598cb2e-e0fd-4012-a4fd-81087b844ba0" providerId="ADAL" clId="{ABE64B08-9A23-44DD-AD85-F48C67A9653C}" dt="2025-04-01T01:38:05.315" v="3493" actId="478"/>
          <ac:picMkLst>
            <pc:docMk/>
            <pc:sldMk cId="1489782256" sldId="883"/>
            <ac:picMk id="17" creationId="{DFC12FAF-2684-BA80-F71B-06A1C9A35630}"/>
          </ac:picMkLst>
        </pc:picChg>
        <pc:picChg chg="add mod">
          <ac:chgData name="이명서" userId="2598cb2e-e0fd-4012-a4fd-81087b844ba0" providerId="ADAL" clId="{ABE64B08-9A23-44DD-AD85-F48C67A9653C}" dt="2025-04-01T01:40:54.939" v="3576" actId="1076"/>
          <ac:picMkLst>
            <pc:docMk/>
            <pc:sldMk cId="1489782256" sldId="883"/>
            <ac:picMk id="18" creationId="{CB68F8DB-667C-B66E-B959-41E518C9D791}"/>
          </ac:picMkLst>
        </pc:picChg>
        <pc:cxnChg chg="add mod ord">
          <ac:chgData name="이명서" userId="2598cb2e-e0fd-4012-a4fd-81087b844ba0" providerId="ADAL" clId="{ABE64B08-9A23-44DD-AD85-F48C67A9653C}" dt="2025-04-01T01:40:15.575" v="3562" actId="166"/>
          <ac:cxnSpMkLst>
            <pc:docMk/>
            <pc:sldMk cId="1489782256" sldId="883"/>
            <ac:cxnSpMk id="11" creationId="{FE73A4B1-A5C0-755B-A061-8AD61CCD2A07}"/>
          </ac:cxnSpMkLst>
        </pc:cxnChg>
      </pc:sldChg>
      <pc:sldChg chg="modSp add mod">
        <pc:chgData name="이명서" userId="2598cb2e-e0fd-4012-a4fd-81087b844ba0" providerId="ADAL" clId="{ABE64B08-9A23-44DD-AD85-F48C67A9653C}" dt="2025-04-01T01:49:30.976" v="3858" actId="1038"/>
        <pc:sldMkLst>
          <pc:docMk/>
          <pc:sldMk cId="2481274213" sldId="884"/>
        </pc:sldMkLst>
        <pc:spChg chg="mod">
          <ac:chgData name="이명서" userId="2598cb2e-e0fd-4012-a4fd-81087b844ba0" providerId="ADAL" clId="{ABE64B08-9A23-44DD-AD85-F48C67A9653C}" dt="2025-04-01T01:49:24.025" v="3851" actId="1035"/>
          <ac:spMkLst>
            <pc:docMk/>
            <pc:sldMk cId="2481274213" sldId="884"/>
            <ac:spMk id="7" creationId="{00A1ED5A-DBBF-2DEE-07BD-F973110A63E4}"/>
          </ac:spMkLst>
        </pc:spChg>
        <pc:spChg chg="mod">
          <ac:chgData name="이명서" userId="2598cb2e-e0fd-4012-a4fd-81087b844ba0" providerId="ADAL" clId="{ABE64B08-9A23-44DD-AD85-F48C67A9653C}" dt="2025-04-01T01:49:30.976" v="3858" actId="1038"/>
          <ac:spMkLst>
            <pc:docMk/>
            <pc:sldMk cId="2481274213" sldId="884"/>
            <ac:spMk id="9" creationId="{35A420E6-E06B-DBD1-4CA8-0443D150478E}"/>
          </ac:spMkLst>
        </pc:spChg>
      </pc:sldChg>
      <pc:sldChg chg="addSp delSp modSp add mod ord">
        <pc:chgData name="이명서" userId="2598cb2e-e0fd-4012-a4fd-81087b844ba0" providerId="ADAL" clId="{ABE64B08-9A23-44DD-AD85-F48C67A9653C}" dt="2025-04-01T01:52:55.914" v="3916" actId="20577"/>
        <pc:sldMkLst>
          <pc:docMk/>
          <pc:sldMk cId="51692097" sldId="885"/>
        </pc:sldMkLst>
        <pc:spChg chg="mod">
          <ac:chgData name="이명서" userId="2598cb2e-e0fd-4012-a4fd-81087b844ba0" providerId="ADAL" clId="{ABE64B08-9A23-44DD-AD85-F48C67A9653C}" dt="2025-04-01T01:48:34.533" v="3824" actId="14100"/>
          <ac:spMkLst>
            <pc:docMk/>
            <pc:sldMk cId="51692097" sldId="885"/>
            <ac:spMk id="12" creationId="{39AF26AD-33E2-166C-F4E5-C1A9E60A84F0}"/>
          </ac:spMkLst>
        </pc:spChg>
        <pc:spChg chg="mod">
          <ac:chgData name="이명서" userId="2598cb2e-e0fd-4012-a4fd-81087b844ba0" providerId="ADAL" clId="{ABE64B08-9A23-44DD-AD85-F48C67A9653C}" dt="2025-04-01T01:49:06.358" v="3844" actId="1035"/>
          <ac:spMkLst>
            <pc:docMk/>
            <pc:sldMk cId="51692097" sldId="885"/>
            <ac:spMk id="18" creationId="{66B1655A-F385-7774-259A-55B5F32D6C55}"/>
          </ac:spMkLst>
        </pc:spChg>
        <pc:spChg chg="mod">
          <ac:chgData name="이명서" userId="2598cb2e-e0fd-4012-a4fd-81087b844ba0" providerId="ADAL" clId="{ABE64B08-9A23-44DD-AD85-F48C67A9653C}" dt="2025-04-01T01:48:42.518" v="3826" actId="1076"/>
          <ac:spMkLst>
            <pc:docMk/>
            <pc:sldMk cId="51692097" sldId="885"/>
            <ac:spMk id="19" creationId="{2C1630AC-1B54-3894-ED64-81BA6DF0548B}"/>
          </ac:spMkLst>
        </pc:spChg>
        <pc:spChg chg="mod">
          <ac:chgData name="이명서" userId="2598cb2e-e0fd-4012-a4fd-81087b844ba0" providerId="ADAL" clId="{ABE64B08-9A23-44DD-AD85-F48C67A9653C}" dt="2025-04-01T01:49:03.593" v="3836" actId="1036"/>
          <ac:spMkLst>
            <pc:docMk/>
            <pc:sldMk cId="51692097" sldId="885"/>
            <ac:spMk id="20" creationId="{A85C4527-4296-76EA-AB89-B61E52336397}"/>
          </ac:spMkLst>
        </pc:spChg>
        <pc:spChg chg="mod">
          <ac:chgData name="이명서" userId="2598cb2e-e0fd-4012-a4fd-81087b844ba0" providerId="ADAL" clId="{ABE64B08-9A23-44DD-AD85-F48C67A9653C}" dt="2025-04-01T01:49:03.593" v="3836" actId="1036"/>
          <ac:spMkLst>
            <pc:docMk/>
            <pc:sldMk cId="51692097" sldId="885"/>
            <ac:spMk id="21" creationId="{67FE2354-B8D7-EC8E-A5CE-BF1531E4C28F}"/>
          </ac:spMkLst>
        </pc:spChg>
        <pc:spChg chg="mod">
          <ac:chgData name="이명서" userId="2598cb2e-e0fd-4012-a4fd-81087b844ba0" providerId="ADAL" clId="{ABE64B08-9A23-44DD-AD85-F48C67A9653C}" dt="2025-04-01T01:46:57.956" v="3729"/>
          <ac:spMkLst>
            <pc:docMk/>
            <pc:sldMk cId="51692097" sldId="885"/>
            <ac:spMk id="12290" creationId="{0D11AECB-D610-73CE-8726-11ACE9F76CC3}"/>
          </ac:spMkLst>
        </pc:spChg>
        <pc:spChg chg="mod">
          <ac:chgData name="이명서" userId="2598cb2e-e0fd-4012-a4fd-81087b844ba0" providerId="ADAL" clId="{ABE64B08-9A23-44DD-AD85-F48C67A9653C}" dt="2025-04-01T01:52:55.914" v="3916" actId="20577"/>
          <ac:spMkLst>
            <pc:docMk/>
            <pc:sldMk cId="51692097" sldId="885"/>
            <ac:spMk id="12296" creationId="{08A915AA-6D5D-F27D-BD05-03B604E35B9C}"/>
          </ac:spMkLst>
        </pc:spChg>
        <pc:spChg chg="mod">
          <ac:chgData name="이명서" userId="2598cb2e-e0fd-4012-a4fd-81087b844ba0" providerId="ADAL" clId="{ABE64B08-9A23-44DD-AD85-F48C67A9653C}" dt="2025-04-01T01:47:02.391" v="3748" actId="20577"/>
          <ac:spMkLst>
            <pc:docMk/>
            <pc:sldMk cId="51692097" sldId="885"/>
            <ac:spMk id="12297" creationId="{40F674F4-B130-FFA4-396C-2599493921AA}"/>
          </ac:spMkLst>
        </pc:spChg>
        <pc:spChg chg="mod">
          <ac:chgData name="이명서" userId="2598cb2e-e0fd-4012-a4fd-81087b844ba0" providerId="ADAL" clId="{ABE64B08-9A23-44DD-AD85-F48C67A9653C}" dt="2025-04-01T01:46:52.146" v="3726" actId="20577"/>
          <ac:spMkLst>
            <pc:docMk/>
            <pc:sldMk cId="51692097" sldId="885"/>
            <ac:spMk id="12298" creationId="{D66151F9-6208-27F3-20C1-7229E9D9FB76}"/>
          </ac:spMkLst>
        </pc:spChg>
        <pc:spChg chg="mod">
          <ac:chgData name="이명서" userId="2598cb2e-e0fd-4012-a4fd-81087b844ba0" providerId="ADAL" clId="{ABE64B08-9A23-44DD-AD85-F48C67A9653C}" dt="2025-04-01T01:47:09.594" v="3773" actId="20577"/>
          <ac:spMkLst>
            <pc:docMk/>
            <pc:sldMk cId="51692097" sldId="885"/>
            <ac:spMk id="12300" creationId="{DAD84238-ADEB-1064-8437-59250B40B688}"/>
          </ac:spMkLst>
        </pc:spChg>
        <pc:picChg chg="add mod ord">
          <ac:chgData name="이명서" userId="2598cb2e-e0fd-4012-a4fd-81087b844ba0" providerId="ADAL" clId="{ABE64B08-9A23-44DD-AD85-F48C67A9653C}" dt="2025-04-01T01:51:31.546" v="3893" actId="167"/>
          <ac:picMkLst>
            <pc:docMk/>
            <pc:sldMk cId="51692097" sldId="885"/>
            <ac:picMk id="3" creationId="{9875A14B-F7A3-D401-F678-36C9D6120C82}"/>
          </ac:picMkLst>
        </pc:picChg>
        <pc:picChg chg="add mod ord">
          <ac:chgData name="이명서" userId="2598cb2e-e0fd-4012-a4fd-81087b844ba0" providerId="ADAL" clId="{ABE64B08-9A23-44DD-AD85-F48C67A9653C}" dt="2025-04-01T01:48:46.411" v="3827" actId="167"/>
          <ac:picMkLst>
            <pc:docMk/>
            <pc:sldMk cId="51692097" sldId="885"/>
            <ac:picMk id="5" creationId="{732D2345-398C-4489-5817-D6651E24F965}"/>
          </ac:picMkLst>
        </pc:picChg>
        <pc:picChg chg="del">
          <ac:chgData name="이명서" userId="2598cb2e-e0fd-4012-a4fd-81087b844ba0" providerId="ADAL" clId="{ABE64B08-9A23-44DD-AD85-F48C67A9653C}" dt="2025-04-01T01:47:50.499" v="3798" actId="478"/>
          <ac:picMkLst>
            <pc:docMk/>
            <pc:sldMk cId="51692097" sldId="885"/>
            <ac:picMk id="11" creationId="{EEFC20B4-1574-2033-B267-112122FAC57D}"/>
          </ac:picMkLst>
        </pc:picChg>
        <pc:picChg chg="del">
          <ac:chgData name="이명서" userId="2598cb2e-e0fd-4012-a4fd-81087b844ba0" providerId="ADAL" clId="{ABE64B08-9A23-44DD-AD85-F48C67A9653C}" dt="2025-04-01T01:48:16.490" v="3807" actId="478"/>
          <ac:picMkLst>
            <pc:docMk/>
            <pc:sldMk cId="51692097" sldId="885"/>
            <ac:picMk id="15" creationId="{BD374D90-4464-FE9A-8755-641F1E83A4ED}"/>
          </ac:picMkLst>
        </pc:picChg>
        <pc:cxnChg chg="mod">
          <ac:chgData name="이명서" userId="2598cb2e-e0fd-4012-a4fd-81087b844ba0" providerId="ADAL" clId="{ABE64B08-9A23-44DD-AD85-F48C67A9653C}" dt="2025-04-01T01:48:38.124" v="3825" actId="14100"/>
          <ac:cxnSpMkLst>
            <pc:docMk/>
            <pc:sldMk cId="51692097" sldId="885"/>
            <ac:cxnSpMk id="13" creationId="{5B2E9874-BD88-936C-A4D2-8E124045E27E}"/>
          </ac:cxnSpMkLst>
        </pc:cxnChg>
      </pc:sldChg>
    </pc:docChg>
  </pc:docChgLst>
  <pc:docChgLst>
    <pc:chgData name="박용관" userId="S::ygp2307@kico.co.kr::0f6e0aec-4447-4bc7-905e-44643ce6ff0a" providerId="AD" clId="Web-{D55583F3-E3A4-4F88-9A1D-003CCF4BAB0D}"/>
    <pc:docChg chg="addSld delSld modSld modSection">
      <pc:chgData name="박용관" userId="S::ygp2307@kico.co.kr::0f6e0aec-4447-4bc7-905e-44643ce6ff0a" providerId="AD" clId="Web-{D55583F3-E3A4-4F88-9A1D-003CCF4BAB0D}" dt="2025-03-31T04:08:56.848" v="91" actId="1076"/>
      <pc:docMkLst>
        <pc:docMk/>
      </pc:docMkLst>
      <pc:sldChg chg="addSp delSp modSp new del">
        <pc:chgData name="박용관" userId="S::ygp2307@kico.co.kr::0f6e0aec-4447-4bc7-905e-44643ce6ff0a" providerId="AD" clId="Web-{D55583F3-E3A4-4F88-9A1D-003CCF4BAB0D}" dt="2025-03-31T04:02:43.789" v="5"/>
        <pc:sldMkLst>
          <pc:docMk/>
          <pc:sldMk cId="3633337599" sldId="848"/>
        </pc:sldMkLst>
        <pc:picChg chg="add del mod">
          <ac:chgData name="박용관" userId="S::ygp2307@kico.co.kr::0f6e0aec-4447-4bc7-905e-44643ce6ff0a" providerId="AD" clId="Web-{D55583F3-E3A4-4F88-9A1D-003CCF4BAB0D}" dt="2025-03-31T04:02:42.555" v="4"/>
          <ac:picMkLst>
            <pc:docMk/>
            <pc:sldMk cId="3633337599" sldId="848"/>
            <ac:picMk id="2" creationId="{5639CACF-FAB4-16DC-08A3-6CA30DA504C4}"/>
          </ac:picMkLst>
        </pc:picChg>
      </pc:sldChg>
      <pc:sldChg chg="addSp delSp modSp add replId">
        <pc:chgData name="박용관" userId="S::ygp2307@kico.co.kr::0f6e0aec-4447-4bc7-905e-44643ce6ff0a" providerId="AD" clId="Web-{D55583F3-E3A4-4F88-9A1D-003CCF4BAB0D}" dt="2025-03-31T04:08:56.848" v="91" actId="1076"/>
        <pc:sldMkLst>
          <pc:docMk/>
          <pc:sldMk cId="1737131499" sldId="849"/>
        </pc:sldMkLst>
        <pc:spChg chg="del">
          <ac:chgData name="박용관" userId="S::ygp2307@kico.co.kr::0f6e0aec-4447-4bc7-905e-44643ce6ff0a" providerId="AD" clId="Web-{D55583F3-E3A4-4F88-9A1D-003CCF4BAB0D}" dt="2025-03-31T04:04:55.346" v="64"/>
          <ac:spMkLst>
            <pc:docMk/>
            <pc:sldMk cId="1737131499" sldId="849"/>
            <ac:spMk id="7" creationId="{60F5353F-B808-10CA-B8FD-DB561F06995D}"/>
          </ac:spMkLst>
        </pc:spChg>
        <pc:spChg chg="del">
          <ac:chgData name="박용관" userId="S::ygp2307@kico.co.kr::0f6e0aec-4447-4bc7-905e-44643ce6ff0a" providerId="AD" clId="Web-{D55583F3-E3A4-4F88-9A1D-003CCF4BAB0D}" dt="2025-03-31T04:04:55.346" v="63"/>
          <ac:spMkLst>
            <pc:docMk/>
            <pc:sldMk cId="1737131499" sldId="849"/>
            <ac:spMk id="8" creationId="{B470E827-FF5B-B419-7521-4B007A4C1753}"/>
          </ac:spMkLst>
        </pc:spChg>
        <pc:spChg chg="mod">
          <ac:chgData name="박용관" userId="S::ygp2307@kico.co.kr::0f6e0aec-4447-4bc7-905e-44643ce6ff0a" providerId="AD" clId="Web-{D55583F3-E3A4-4F88-9A1D-003CCF4BAB0D}" dt="2025-03-31T04:08:56.848" v="91" actId="1076"/>
          <ac:spMkLst>
            <pc:docMk/>
            <pc:sldMk cId="1737131499" sldId="849"/>
            <ac:spMk id="9" creationId="{3E251E50-C573-F7F9-B671-2005E4CD9E84}"/>
          </ac:spMkLst>
        </pc:spChg>
        <pc:spChg chg="del mod">
          <ac:chgData name="박용관" userId="S::ygp2307@kico.co.kr::0f6e0aec-4447-4bc7-905e-44643ce6ff0a" providerId="AD" clId="Web-{D55583F3-E3A4-4F88-9A1D-003CCF4BAB0D}" dt="2025-03-31T04:04:55.346" v="65"/>
          <ac:spMkLst>
            <pc:docMk/>
            <pc:sldMk cId="1737131499" sldId="849"/>
            <ac:spMk id="16" creationId="{56C8A92F-B564-3183-4C65-260553CA0AEC}"/>
          </ac:spMkLst>
        </pc:spChg>
        <pc:spChg chg="mod ord">
          <ac:chgData name="박용관" userId="S::ygp2307@kico.co.kr::0f6e0aec-4447-4bc7-905e-44643ce6ff0a" providerId="AD" clId="Web-{D55583F3-E3A4-4F88-9A1D-003CCF4BAB0D}" dt="2025-03-31T04:08:51.098" v="89" actId="1076"/>
          <ac:spMkLst>
            <pc:docMk/>
            <pc:sldMk cId="1737131499" sldId="849"/>
            <ac:spMk id="17" creationId="{A0707E54-2317-0B13-144C-6D27432EEF76}"/>
          </ac:spMkLst>
        </pc:spChg>
        <pc:spChg chg="mod">
          <ac:chgData name="박용관" userId="S::ygp2307@kico.co.kr::0f6e0aec-4447-4bc7-905e-44643ce6ff0a" providerId="AD" clId="Web-{D55583F3-E3A4-4F88-9A1D-003CCF4BAB0D}" dt="2025-03-31T04:03:04.900" v="14" actId="20577"/>
          <ac:spMkLst>
            <pc:docMk/>
            <pc:sldMk cId="1737131499" sldId="849"/>
            <ac:spMk id="12290" creationId="{8ADE4FED-5305-D994-C315-3ACAAFA2E702}"/>
          </ac:spMkLst>
        </pc:spChg>
        <pc:spChg chg="del mod">
          <ac:chgData name="박용관" userId="S::ygp2307@kico.co.kr::0f6e0aec-4447-4bc7-905e-44643ce6ff0a" providerId="AD" clId="Web-{D55583F3-E3A4-4F88-9A1D-003CCF4BAB0D}" dt="2025-03-31T04:04:55.346" v="66"/>
          <ac:spMkLst>
            <pc:docMk/>
            <pc:sldMk cId="1737131499" sldId="849"/>
            <ac:spMk id="12292" creationId="{18A4248D-D48D-3BCA-2C98-EEFC6B056B6F}"/>
          </ac:spMkLst>
        </pc:spChg>
        <pc:spChg chg="mod">
          <ac:chgData name="박용관" userId="S::ygp2307@kico.co.kr::0f6e0aec-4447-4bc7-905e-44643ce6ff0a" providerId="AD" clId="Web-{D55583F3-E3A4-4F88-9A1D-003CCF4BAB0D}" dt="2025-03-31T04:05:18.317" v="78" actId="20577"/>
          <ac:spMkLst>
            <pc:docMk/>
            <pc:sldMk cId="1737131499" sldId="849"/>
            <ac:spMk id="12296" creationId="{93EE159C-E3A2-D39A-0983-3D568F4D8769}"/>
          </ac:spMkLst>
        </pc:spChg>
        <pc:spChg chg="mod">
          <ac:chgData name="박용관" userId="S::ygp2307@kico.co.kr::0f6e0aec-4447-4bc7-905e-44643ce6ff0a" providerId="AD" clId="Web-{D55583F3-E3A4-4F88-9A1D-003CCF4BAB0D}" dt="2025-03-31T04:03:20.339" v="27" actId="20577"/>
          <ac:spMkLst>
            <pc:docMk/>
            <pc:sldMk cId="1737131499" sldId="849"/>
            <ac:spMk id="12297" creationId="{B51294AC-32AD-5BB6-B76D-BB0FA2BAAB36}"/>
          </ac:spMkLst>
        </pc:spChg>
        <pc:spChg chg="mod">
          <ac:chgData name="박용관" userId="S::ygp2307@kico.co.kr::0f6e0aec-4447-4bc7-905e-44643ce6ff0a" providerId="AD" clId="Web-{D55583F3-E3A4-4F88-9A1D-003CCF4BAB0D}" dt="2025-03-31T04:03:14.073" v="24" actId="20577"/>
          <ac:spMkLst>
            <pc:docMk/>
            <pc:sldMk cId="1737131499" sldId="849"/>
            <ac:spMk id="12298" creationId="{9442D15A-590F-8D0A-E5E7-EE88416023EA}"/>
          </ac:spMkLst>
        </pc:spChg>
        <pc:picChg chg="del">
          <ac:chgData name="박용관" userId="S::ygp2307@kico.co.kr::0f6e0aec-4447-4bc7-905e-44643ce6ff0a" providerId="AD" clId="Web-{D55583F3-E3A4-4F88-9A1D-003CCF4BAB0D}" dt="2025-03-31T04:02:46.211" v="6"/>
          <ac:picMkLst>
            <pc:docMk/>
            <pc:sldMk cId="1737131499" sldId="849"/>
            <ac:picMk id="2" creationId="{97CADC1E-3722-F5CF-0E3C-574278D577D0}"/>
          </ac:picMkLst>
        </pc:picChg>
        <pc:picChg chg="add del mod">
          <ac:chgData name="박용관" userId="S::ygp2307@kico.co.kr::0f6e0aec-4447-4bc7-905e-44643ce6ff0a" providerId="AD" clId="Web-{D55583F3-E3A4-4F88-9A1D-003CCF4BAB0D}" dt="2025-03-31T04:06:56.996" v="79"/>
          <ac:picMkLst>
            <pc:docMk/>
            <pc:sldMk cId="1737131499" sldId="849"/>
            <ac:picMk id="3" creationId="{5CFD1ADF-9208-CCAA-BE78-438A4ADFB0F6}"/>
          </ac:picMkLst>
        </pc:picChg>
        <pc:picChg chg="add del mod">
          <ac:chgData name="박용관" userId="S::ygp2307@kico.co.kr::0f6e0aec-4447-4bc7-905e-44643ce6ff0a" providerId="AD" clId="Web-{D55583F3-E3A4-4F88-9A1D-003CCF4BAB0D}" dt="2025-03-31T04:06:57.699" v="80"/>
          <ac:picMkLst>
            <pc:docMk/>
            <pc:sldMk cId="1737131499" sldId="849"/>
            <ac:picMk id="4" creationId="{962336C5-6981-BF18-EA1B-6CC8A5ED7032}"/>
          </ac:picMkLst>
        </pc:picChg>
        <pc:picChg chg="del">
          <ac:chgData name="박용관" userId="S::ygp2307@kico.co.kr::0f6e0aec-4447-4bc7-905e-44643ce6ff0a" providerId="AD" clId="Web-{D55583F3-E3A4-4F88-9A1D-003CCF4BAB0D}" dt="2025-03-31T04:02:49.556" v="9"/>
          <ac:picMkLst>
            <pc:docMk/>
            <pc:sldMk cId="1737131499" sldId="849"/>
            <ac:picMk id="5" creationId="{2A994254-E3DC-4600-B1EA-52171A088EDC}"/>
          </ac:picMkLst>
        </pc:picChg>
        <pc:picChg chg="del">
          <ac:chgData name="박용관" userId="S::ygp2307@kico.co.kr::0f6e0aec-4447-4bc7-905e-44643ce6ff0a" providerId="AD" clId="Web-{D55583F3-E3A4-4F88-9A1D-003CCF4BAB0D}" dt="2025-03-31T04:02:48.446" v="8"/>
          <ac:picMkLst>
            <pc:docMk/>
            <pc:sldMk cId="1737131499" sldId="849"/>
            <ac:picMk id="6" creationId="{DF376754-98D5-5127-CCF6-29E482A0E3E4}"/>
          </ac:picMkLst>
        </pc:picChg>
        <pc:picChg chg="add del mod">
          <ac:chgData name="박용관" userId="S::ygp2307@kico.co.kr::0f6e0aec-4447-4bc7-905e-44643ce6ff0a" providerId="AD" clId="Web-{D55583F3-E3A4-4F88-9A1D-003CCF4BAB0D}" dt="2025-03-31T04:08:39.019" v="85"/>
          <ac:picMkLst>
            <pc:docMk/>
            <pc:sldMk cId="1737131499" sldId="849"/>
            <ac:picMk id="10" creationId="{8A633CDD-FE77-D063-57AA-5F6B2F15E2CA}"/>
          </ac:picMkLst>
        </pc:picChg>
        <pc:picChg chg="add mod ord">
          <ac:chgData name="박용관" userId="S::ygp2307@kico.co.kr::0f6e0aec-4447-4bc7-905e-44643ce6ff0a" providerId="AD" clId="Web-{D55583F3-E3A4-4F88-9A1D-003CCF4BAB0D}" dt="2025-03-31T04:08:54.051" v="90"/>
          <ac:picMkLst>
            <pc:docMk/>
            <pc:sldMk cId="1737131499" sldId="849"/>
            <ac:picMk id="11" creationId="{58DD35D7-ECDC-B4DD-7415-A1EC7028E658}"/>
          </ac:picMkLst>
        </pc:picChg>
        <pc:picChg chg="del">
          <ac:chgData name="박용관" userId="S::ygp2307@kico.co.kr::0f6e0aec-4447-4bc7-905e-44643ce6ff0a" providerId="AD" clId="Web-{D55583F3-E3A4-4F88-9A1D-003CCF4BAB0D}" dt="2025-03-31T04:02:48.087" v="7"/>
          <ac:picMkLst>
            <pc:docMk/>
            <pc:sldMk cId="1737131499" sldId="849"/>
            <ac:picMk id="14" creationId="{C4AEB313-5CEF-EBA4-1692-2C22690613F0}"/>
          </ac:picMkLst>
        </pc:picChg>
      </pc:sldChg>
    </pc:docChg>
  </pc:docChgLst>
  <pc:docChgLst>
    <pc:chgData name="박용관" userId="S::ygp2307@kico.co.kr::0f6e0aec-4447-4bc7-905e-44643ce6ff0a" providerId="AD" clId="Web-{7AED41FA-7D35-47F4-B246-C50572512671}"/>
    <pc:docChg chg="addSld delSld modSld sldOrd modSection">
      <pc:chgData name="박용관" userId="S::ygp2307@kico.co.kr::0f6e0aec-4447-4bc7-905e-44643ce6ff0a" providerId="AD" clId="Web-{7AED41FA-7D35-47F4-B246-C50572512671}" dt="2025-04-01T00:37:30.145" v="60" actId="1076"/>
      <pc:docMkLst>
        <pc:docMk/>
      </pc:docMkLst>
      <pc:sldChg chg="new del">
        <pc:chgData name="박용관" userId="S::ygp2307@kico.co.kr::0f6e0aec-4447-4bc7-905e-44643ce6ff0a" providerId="AD" clId="Web-{7AED41FA-7D35-47F4-B246-C50572512671}" dt="2025-04-01T00:35:34.121" v="1"/>
        <pc:sldMkLst>
          <pc:docMk/>
          <pc:sldMk cId="1654361385" sldId="867"/>
        </pc:sldMkLst>
      </pc:sldChg>
      <pc:sldChg chg="addSp delSp modSp add ord replId">
        <pc:chgData name="박용관" userId="S::ygp2307@kico.co.kr::0f6e0aec-4447-4bc7-905e-44643ce6ff0a" providerId="AD" clId="Web-{7AED41FA-7D35-47F4-B246-C50572512671}" dt="2025-04-01T00:37:30.145" v="60" actId="1076"/>
        <pc:sldMkLst>
          <pc:docMk/>
          <pc:sldMk cId="3810723222" sldId="867"/>
        </pc:sldMkLst>
        <pc:spChg chg="del">
          <ac:chgData name="박용관" userId="S::ygp2307@kico.co.kr::0f6e0aec-4447-4bc7-905e-44643ce6ff0a" providerId="AD" clId="Web-{7AED41FA-7D35-47F4-B246-C50572512671}" dt="2025-04-01T00:36:42.892" v="46"/>
          <ac:spMkLst>
            <pc:docMk/>
            <pc:sldMk cId="3810723222" sldId="867"/>
            <ac:spMk id="8" creationId="{7CBCD370-9427-7ECD-D51F-C1FCC7851AC8}"/>
          </ac:spMkLst>
        </pc:spChg>
        <pc:spChg chg="del">
          <ac:chgData name="박용관" userId="S::ygp2307@kico.co.kr::0f6e0aec-4447-4bc7-905e-44643ce6ff0a" providerId="AD" clId="Web-{7AED41FA-7D35-47F4-B246-C50572512671}" dt="2025-04-01T00:36:54.471" v="51"/>
          <ac:spMkLst>
            <pc:docMk/>
            <pc:sldMk cId="3810723222" sldId="867"/>
            <ac:spMk id="11" creationId="{0A7D7BF8-EC22-E5B0-4A49-26D57E573A38}"/>
          </ac:spMkLst>
        </pc:spChg>
        <pc:spChg chg="mod">
          <ac:chgData name="박용관" userId="S::ygp2307@kico.co.kr::0f6e0aec-4447-4bc7-905e-44643ce6ff0a" providerId="AD" clId="Web-{7AED41FA-7D35-47F4-B246-C50572512671}" dt="2025-04-01T00:37:27.520" v="59" actId="1076"/>
          <ac:spMkLst>
            <pc:docMk/>
            <pc:sldMk cId="3810723222" sldId="867"/>
            <ac:spMk id="13" creationId="{FA226144-CFD3-AEDE-5A3E-08F85EB736BC}"/>
          </ac:spMkLst>
        </pc:spChg>
        <pc:spChg chg="mod">
          <ac:chgData name="박용관" userId="S::ygp2307@kico.co.kr::0f6e0aec-4447-4bc7-905e-44643ce6ff0a" providerId="AD" clId="Web-{7AED41FA-7D35-47F4-B246-C50572512671}" dt="2025-04-01T00:36:21.890" v="31" actId="1076"/>
          <ac:spMkLst>
            <pc:docMk/>
            <pc:sldMk cId="3810723222" sldId="867"/>
            <ac:spMk id="19" creationId="{3AD9070B-7540-92DC-A1CA-BF0F710F3942}"/>
          </ac:spMkLst>
        </pc:spChg>
        <pc:spChg chg="mod">
          <ac:chgData name="박용관" userId="S::ygp2307@kico.co.kr::0f6e0aec-4447-4bc7-905e-44643ce6ff0a" providerId="AD" clId="Web-{7AED41FA-7D35-47F4-B246-C50572512671}" dt="2025-04-01T00:35:42.762" v="4" actId="20577"/>
          <ac:spMkLst>
            <pc:docMk/>
            <pc:sldMk cId="3810723222" sldId="867"/>
            <ac:spMk id="12290" creationId="{A8BBE0B1-54D0-97BC-2B0B-00CB84282E0D}"/>
          </ac:spMkLst>
        </pc:spChg>
        <pc:spChg chg="mod">
          <ac:chgData name="박용관" userId="S::ygp2307@kico.co.kr::0f6e0aec-4447-4bc7-905e-44643ce6ff0a" providerId="AD" clId="Web-{7AED41FA-7D35-47F4-B246-C50572512671}" dt="2025-04-01T00:36:58.206" v="53" actId="20577"/>
          <ac:spMkLst>
            <pc:docMk/>
            <pc:sldMk cId="3810723222" sldId="867"/>
            <ac:spMk id="12296" creationId="{6A46D368-744F-EDA2-6018-291802C8BC4B}"/>
          </ac:spMkLst>
        </pc:spChg>
        <pc:spChg chg="mod">
          <ac:chgData name="박용관" userId="S::ygp2307@kico.co.kr::0f6e0aec-4447-4bc7-905e-44643ce6ff0a" providerId="AD" clId="Web-{7AED41FA-7D35-47F4-B246-C50572512671}" dt="2025-04-01T00:35:51.122" v="13" actId="20577"/>
          <ac:spMkLst>
            <pc:docMk/>
            <pc:sldMk cId="3810723222" sldId="867"/>
            <ac:spMk id="12298" creationId="{E2FB732A-F4CA-9B67-C314-F79341EB1340}"/>
          </ac:spMkLst>
        </pc:spChg>
        <pc:picChg chg="add mod ord">
          <ac:chgData name="박용관" userId="S::ygp2307@kico.co.kr::0f6e0aec-4447-4bc7-905e-44643ce6ff0a" providerId="AD" clId="Web-{7AED41FA-7D35-47F4-B246-C50572512671}" dt="2025-04-01T00:36:08.639" v="20" actId="14100"/>
          <ac:picMkLst>
            <pc:docMk/>
            <pc:sldMk cId="3810723222" sldId="867"/>
            <ac:picMk id="2" creationId="{D839C958-0AED-6FEC-C51A-F8A104FC43C4}"/>
          </ac:picMkLst>
        </pc:picChg>
        <pc:picChg chg="add mod">
          <ac:chgData name="박용관" userId="S::ygp2307@kico.co.kr::0f6e0aec-4447-4bc7-905e-44643ce6ff0a" providerId="AD" clId="Web-{7AED41FA-7D35-47F4-B246-C50572512671}" dt="2025-04-01T00:37:30.145" v="60" actId="1076"/>
          <ac:picMkLst>
            <pc:docMk/>
            <pc:sldMk cId="3810723222" sldId="867"/>
            <ac:picMk id="3" creationId="{A654A0F5-5BF5-25FF-57BD-33377D3FCCD6}"/>
          </ac:picMkLst>
        </pc:picChg>
        <pc:picChg chg="del">
          <ac:chgData name="박용관" userId="S::ygp2307@kico.co.kr::0f6e0aec-4447-4bc7-905e-44643ce6ff0a" providerId="AD" clId="Web-{7AED41FA-7D35-47F4-B246-C50572512671}" dt="2025-04-01T00:35:52.076" v="14"/>
          <ac:picMkLst>
            <pc:docMk/>
            <pc:sldMk cId="3810723222" sldId="867"/>
            <ac:picMk id="4" creationId="{57F39A4E-5EDE-F5DE-789B-E115B89AAA5E}"/>
          </ac:picMkLst>
        </pc:picChg>
        <pc:picChg chg="del">
          <ac:chgData name="박용관" userId="S::ygp2307@kico.co.kr::0f6e0aec-4447-4bc7-905e-44643ce6ff0a" providerId="AD" clId="Web-{7AED41FA-7D35-47F4-B246-C50572512671}" dt="2025-04-01T00:35:54.373" v="15"/>
          <ac:picMkLst>
            <pc:docMk/>
            <pc:sldMk cId="3810723222" sldId="867"/>
            <ac:picMk id="5" creationId="{98967525-4038-5E99-5F38-691D242F9175}"/>
          </ac:picMkLst>
        </pc:picChg>
      </pc:sldChg>
    </pc:docChg>
  </pc:docChgLst>
  <pc:docChgLst>
    <pc:chgData name="최지호" userId="S::jhc2212@kyobodts.co.kr::9f540788-682d-4a7c-b0d7-9197ea926f98" providerId="AD" clId="Web-{A3A0DFE8-C13E-00F4-5335-E1DB58E43BD4}"/>
    <pc:docChg chg="addSld modSld modSection">
      <pc:chgData name="최지호" userId="S::jhc2212@kyobodts.co.kr::9f540788-682d-4a7c-b0d7-9197ea926f98" providerId="AD" clId="Web-{A3A0DFE8-C13E-00F4-5335-E1DB58E43BD4}" dt="2025-04-01T00:50:19.168" v="547" actId="20577"/>
      <pc:docMkLst>
        <pc:docMk/>
      </pc:docMkLst>
      <pc:sldChg chg="addSp delSp modSp">
        <pc:chgData name="최지호" userId="S::jhc2212@kyobodts.co.kr::9f540788-682d-4a7c-b0d7-9197ea926f98" providerId="AD" clId="Web-{A3A0DFE8-C13E-00F4-5335-E1DB58E43BD4}" dt="2025-04-01T00:31:02.081" v="167" actId="20577"/>
        <pc:sldMkLst>
          <pc:docMk/>
          <pc:sldMk cId="3459550249" sldId="833"/>
        </pc:sldMkLst>
        <pc:spChg chg="add mod">
          <ac:chgData name="최지호" userId="S::jhc2212@kyobodts.co.kr::9f540788-682d-4a7c-b0d7-9197ea926f98" providerId="AD" clId="Web-{A3A0DFE8-C13E-00F4-5335-E1DB58E43BD4}" dt="2025-04-01T00:29:25.797" v="97" actId="20577"/>
          <ac:spMkLst>
            <pc:docMk/>
            <pc:sldMk cId="3459550249" sldId="833"/>
            <ac:spMk id="4" creationId="{0896F616-1B9F-621F-75DB-3E0E14E4DA39}"/>
          </ac:spMkLst>
        </pc:spChg>
        <pc:spChg chg="add mod">
          <ac:chgData name="최지호" userId="S::jhc2212@kyobodts.co.kr::9f540788-682d-4a7c-b0d7-9197ea926f98" providerId="AD" clId="Web-{A3A0DFE8-C13E-00F4-5335-E1DB58E43BD4}" dt="2025-04-01T00:30:44.252" v="155" actId="20577"/>
          <ac:spMkLst>
            <pc:docMk/>
            <pc:sldMk cId="3459550249" sldId="833"/>
            <ac:spMk id="6" creationId="{86D627CC-2A80-EBFB-CF11-47A58CCAA647}"/>
          </ac:spMkLst>
        </pc:spChg>
        <pc:spChg chg="add del">
          <ac:chgData name="최지호" userId="S::jhc2212@kyobodts.co.kr::9f540788-682d-4a7c-b0d7-9197ea926f98" providerId="AD" clId="Web-{A3A0DFE8-C13E-00F4-5335-E1DB58E43BD4}" dt="2025-04-01T00:28:44.078" v="87"/>
          <ac:spMkLst>
            <pc:docMk/>
            <pc:sldMk cId="3459550249" sldId="833"/>
            <ac:spMk id="8" creationId="{BA85EA5A-D67E-3489-A35A-7F7EBEA6602E}"/>
          </ac:spMkLst>
        </pc:spChg>
        <pc:spChg chg="add del">
          <ac:chgData name="최지호" userId="S::jhc2212@kyobodts.co.kr::9f540788-682d-4a7c-b0d7-9197ea926f98" providerId="AD" clId="Web-{A3A0DFE8-C13E-00F4-5335-E1DB58E43BD4}" dt="2025-04-01T00:28:44.078" v="86"/>
          <ac:spMkLst>
            <pc:docMk/>
            <pc:sldMk cId="3459550249" sldId="833"/>
            <ac:spMk id="9" creationId="{73C079E4-4CE8-DBAE-A5DF-AA73F9353272}"/>
          </ac:spMkLst>
        </pc:spChg>
        <pc:spChg chg="del">
          <ac:chgData name="최지호" userId="S::jhc2212@kyobodts.co.kr::9f540788-682d-4a7c-b0d7-9197ea926f98" providerId="AD" clId="Web-{A3A0DFE8-C13E-00F4-5335-E1DB58E43BD4}" dt="2025-04-01T00:28:44.078" v="85"/>
          <ac:spMkLst>
            <pc:docMk/>
            <pc:sldMk cId="3459550249" sldId="833"/>
            <ac:spMk id="10" creationId="{B5B4BDAF-F6D7-FC6A-BC98-158892EDE142}"/>
          </ac:spMkLst>
        </pc:spChg>
        <pc:spChg chg="mod">
          <ac:chgData name="최지호" userId="S::jhc2212@kyobodts.co.kr::9f540788-682d-4a7c-b0d7-9197ea926f98" providerId="AD" clId="Web-{A3A0DFE8-C13E-00F4-5335-E1DB58E43BD4}" dt="2025-04-01T00:30:04.970" v="139" actId="20577"/>
          <ac:spMkLst>
            <pc:docMk/>
            <pc:sldMk cId="3459550249" sldId="833"/>
            <ac:spMk id="12290" creationId="{84D3BA2A-2C4D-6333-A607-834A46A8489C}"/>
          </ac:spMkLst>
        </pc:spChg>
        <pc:spChg chg="del">
          <ac:chgData name="최지호" userId="S::jhc2212@kyobodts.co.kr::9f540788-682d-4a7c-b0d7-9197ea926f98" providerId="AD" clId="Web-{A3A0DFE8-C13E-00F4-5335-E1DB58E43BD4}" dt="2025-04-01T00:28:44.078" v="88"/>
          <ac:spMkLst>
            <pc:docMk/>
            <pc:sldMk cId="3459550249" sldId="833"/>
            <ac:spMk id="12292" creationId="{473C82B8-04DB-38D9-6898-82AA5B57D2AA}"/>
          </ac:spMkLst>
        </pc:spChg>
        <pc:spChg chg="mod">
          <ac:chgData name="최지호" userId="S::jhc2212@kyobodts.co.kr::9f540788-682d-4a7c-b0d7-9197ea926f98" providerId="AD" clId="Web-{A3A0DFE8-C13E-00F4-5335-E1DB58E43BD4}" dt="2025-04-01T00:31:02.081" v="167" actId="20577"/>
          <ac:spMkLst>
            <pc:docMk/>
            <pc:sldMk cId="3459550249" sldId="833"/>
            <ac:spMk id="12296" creationId="{ADFC5574-59F9-5A4E-B753-168729C1B046}"/>
          </ac:spMkLst>
        </pc:spChg>
        <pc:spChg chg="mod">
          <ac:chgData name="최지호" userId="S::jhc2212@kyobodts.co.kr::9f540788-682d-4a7c-b0d7-9197ea926f98" providerId="AD" clId="Web-{A3A0DFE8-C13E-00F4-5335-E1DB58E43BD4}" dt="2025-04-01T00:30:18.142" v="150" actId="20577"/>
          <ac:spMkLst>
            <pc:docMk/>
            <pc:sldMk cId="3459550249" sldId="833"/>
            <ac:spMk id="12298" creationId="{38661311-D5EB-08CD-367A-CE553B17F517}"/>
          </ac:spMkLst>
        </pc:spChg>
        <pc:picChg chg="add mod">
          <ac:chgData name="최지호" userId="S::jhc2212@kyobodts.co.kr::9f540788-682d-4a7c-b0d7-9197ea926f98" providerId="AD" clId="Web-{A3A0DFE8-C13E-00F4-5335-E1DB58E43BD4}" dt="2025-04-01T00:28:49" v="90" actId="1076"/>
          <ac:picMkLst>
            <pc:docMk/>
            <pc:sldMk cId="3459550249" sldId="833"/>
            <ac:picMk id="2" creationId="{74A78D0E-EE07-C048-EC23-97535C8C8BDB}"/>
          </ac:picMkLst>
        </pc:picChg>
        <pc:picChg chg="del">
          <ac:chgData name="최지호" userId="S::jhc2212@kyobodts.co.kr::9f540788-682d-4a7c-b0d7-9197ea926f98" providerId="AD" clId="Web-{A3A0DFE8-C13E-00F4-5335-E1DB58E43BD4}" dt="2025-04-01T00:28:02.030" v="74"/>
          <ac:picMkLst>
            <pc:docMk/>
            <pc:sldMk cId="3459550249" sldId="833"/>
            <ac:picMk id="5" creationId="{B3DC2A06-5719-7A8E-38CE-C8BA25EAB236}"/>
          </ac:picMkLst>
        </pc:picChg>
        <pc:picChg chg="del">
          <ac:chgData name="최지호" userId="S::jhc2212@kyobodts.co.kr::9f540788-682d-4a7c-b0d7-9197ea926f98" providerId="AD" clId="Web-{A3A0DFE8-C13E-00F4-5335-E1DB58E43BD4}" dt="2025-04-01T00:28:03.046" v="75"/>
          <ac:picMkLst>
            <pc:docMk/>
            <pc:sldMk cId="3459550249" sldId="833"/>
            <ac:picMk id="7" creationId="{9268ED28-2774-FA5E-6753-8BFE05CEB4EE}"/>
          </ac:picMkLst>
        </pc:picChg>
      </pc:sldChg>
      <pc:sldChg chg="add replId">
        <pc:chgData name="최지호" userId="S::jhc2212@kyobodts.co.kr::9f540788-682d-4a7c-b0d7-9197ea926f98" providerId="AD" clId="Web-{A3A0DFE8-C13E-00F4-5335-E1DB58E43BD4}" dt="2025-04-01T00:19:10.034" v="0"/>
        <pc:sldMkLst>
          <pc:docMk/>
          <pc:sldMk cId="1314532884" sldId="854"/>
        </pc:sldMkLst>
      </pc:sldChg>
      <pc:sldChg chg="modSp">
        <pc:chgData name="최지호" userId="S::jhc2212@kyobodts.co.kr::9f540788-682d-4a7c-b0d7-9197ea926f98" providerId="AD" clId="Web-{A3A0DFE8-C13E-00F4-5335-E1DB58E43BD4}" dt="2025-04-01T00:44:18.488" v="407" actId="20577"/>
        <pc:sldMkLst>
          <pc:docMk/>
          <pc:sldMk cId="1314532884" sldId="855"/>
        </pc:sldMkLst>
        <pc:spChg chg="mod">
          <ac:chgData name="최지호" userId="S::jhc2212@kyobodts.co.kr::9f540788-682d-4a7c-b0d7-9197ea926f98" providerId="AD" clId="Web-{A3A0DFE8-C13E-00F4-5335-E1DB58E43BD4}" dt="2025-04-01T00:44:18.488" v="407" actId="20577"/>
          <ac:spMkLst>
            <pc:docMk/>
            <pc:sldMk cId="1314532884" sldId="855"/>
            <ac:spMk id="12297" creationId="{861E3897-4565-907C-85BC-210ECB320C85}"/>
          </ac:spMkLst>
        </pc:spChg>
      </pc:sldChg>
      <pc:sldChg chg="addSp delSp modSp add replId">
        <pc:chgData name="최지호" userId="S::jhc2212@kyobodts.co.kr::9f540788-682d-4a7c-b0d7-9197ea926f98" providerId="AD" clId="Web-{A3A0DFE8-C13E-00F4-5335-E1DB58E43BD4}" dt="2025-04-01T00:44:23.817" v="408" actId="20577"/>
        <pc:sldMkLst>
          <pc:docMk/>
          <pc:sldMk cId="1808254371" sldId="856"/>
        </pc:sldMkLst>
        <pc:spChg chg="add mod">
          <ac:chgData name="최지호" userId="S::jhc2212@kyobodts.co.kr::9f540788-682d-4a7c-b0d7-9197ea926f98" providerId="AD" clId="Web-{A3A0DFE8-C13E-00F4-5335-E1DB58E43BD4}" dt="2025-04-01T00:24:24.088" v="31" actId="1076"/>
          <ac:spMkLst>
            <pc:docMk/>
            <pc:sldMk cId="1808254371" sldId="856"/>
            <ac:spMk id="4" creationId="{C24928EC-9991-80DA-9CE6-50A47AB56638}"/>
          </ac:spMkLst>
        </pc:spChg>
        <pc:spChg chg="add mod">
          <ac:chgData name="최지호" userId="S::jhc2212@kyobodts.co.kr::9f540788-682d-4a7c-b0d7-9197ea926f98" providerId="AD" clId="Web-{A3A0DFE8-C13E-00F4-5335-E1DB58E43BD4}" dt="2025-04-01T00:24:30.025" v="35" actId="20577"/>
          <ac:spMkLst>
            <pc:docMk/>
            <pc:sldMk cId="1808254371" sldId="856"/>
            <ac:spMk id="6" creationId="{D70C7ADD-1E96-0060-2F2B-41A81A9DFDCA}"/>
          </ac:spMkLst>
        </pc:spChg>
        <pc:spChg chg="add del">
          <ac:chgData name="최지호" userId="S::jhc2212@kyobodts.co.kr::9f540788-682d-4a7c-b0d7-9197ea926f98" providerId="AD" clId="Web-{A3A0DFE8-C13E-00F4-5335-E1DB58E43BD4}" dt="2025-04-01T00:23:32.712" v="22"/>
          <ac:spMkLst>
            <pc:docMk/>
            <pc:sldMk cId="1808254371" sldId="856"/>
            <ac:spMk id="8" creationId="{D5685F7E-19B7-8E2F-FA8A-3DE0F099A236}"/>
          </ac:spMkLst>
        </pc:spChg>
        <pc:spChg chg="del">
          <ac:chgData name="최지호" userId="S::jhc2212@kyobodts.co.kr::9f540788-682d-4a7c-b0d7-9197ea926f98" providerId="AD" clId="Web-{A3A0DFE8-C13E-00F4-5335-E1DB58E43BD4}" dt="2025-04-01T00:23:32.712" v="21"/>
          <ac:spMkLst>
            <pc:docMk/>
            <pc:sldMk cId="1808254371" sldId="856"/>
            <ac:spMk id="9" creationId="{E10A5793-D626-0FFA-675D-658BB87B0B75}"/>
          </ac:spMkLst>
        </pc:spChg>
        <pc:spChg chg="del">
          <ac:chgData name="최지호" userId="S::jhc2212@kyobodts.co.kr::9f540788-682d-4a7c-b0d7-9197ea926f98" providerId="AD" clId="Web-{A3A0DFE8-C13E-00F4-5335-E1DB58E43BD4}" dt="2025-04-01T00:23:32.712" v="20"/>
          <ac:spMkLst>
            <pc:docMk/>
            <pc:sldMk cId="1808254371" sldId="856"/>
            <ac:spMk id="10" creationId="{7D4A8B45-FC34-2E37-7DCA-59A8EF54C710}"/>
          </ac:spMkLst>
        </pc:spChg>
        <pc:spChg chg="add mod">
          <ac:chgData name="최지호" userId="S::jhc2212@kyobodts.co.kr::9f540788-682d-4a7c-b0d7-9197ea926f98" providerId="AD" clId="Web-{A3A0DFE8-C13E-00F4-5335-E1DB58E43BD4}" dt="2025-04-01T00:25:28.199" v="59" actId="20577"/>
          <ac:spMkLst>
            <pc:docMk/>
            <pc:sldMk cId="1808254371" sldId="856"/>
            <ac:spMk id="13" creationId="{834F75A7-6705-DDF1-8A3E-9C65B5BE7D24}"/>
          </ac:spMkLst>
        </pc:spChg>
        <pc:spChg chg="mod">
          <ac:chgData name="최지호" userId="S::jhc2212@kyobodts.co.kr::9f540788-682d-4a7c-b0d7-9197ea926f98" providerId="AD" clId="Web-{A3A0DFE8-C13E-00F4-5335-E1DB58E43BD4}" dt="2025-04-01T00:24:08.337" v="29" actId="20577"/>
          <ac:spMkLst>
            <pc:docMk/>
            <pc:sldMk cId="1808254371" sldId="856"/>
            <ac:spMk id="12290" creationId="{0D11AECB-D610-73CE-8726-11ACE9F76CC3}"/>
          </ac:spMkLst>
        </pc:spChg>
        <pc:spChg chg="del">
          <ac:chgData name="최지호" userId="S::jhc2212@kyobodts.co.kr::9f540788-682d-4a7c-b0d7-9197ea926f98" providerId="AD" clId="Web-{A3A0DFE8-C13E-00F4-5335-E1DB58E43BD4}" dt="2025-04-01T00:23:32.712" v="23"/>
          <ac:spMkLst>
            <pc:docMk/>
            <pc:sldMk cId="1808254371" sldId="856"/>
            <ac:spMk id="12292" creationId="{8B4DE655-5A9A-8B68-E089-C4A9F2A31889}"/>
          </ac:spMkLst>
        </pc:spChg>
        <pc:spChg chg="mod">
          <ac:chgData name="최지호" userId="S::jhc2212@kyobodts.co.kr::9f540788-682d-4a7c-b0d7-9197ea926f98" providerId="AD" clId="Web-{A3A0DFE8-C13E-00F4-5335-E1DB58E43BD4}" dt="2025-04-01T00:25:47.293" v="73" actId="20577"/>
          <ac:spMkLst>
            <pc:docMk/>
            <pc:sldMk cId="1808254371" sldId="856"/>
            <ac:spMk id="12296" creationId="{08A915AA-6D5D-F27D-BD05-03B604E35B9C}"/>
          </ac:spMkLst>
        </pc:spChg>
        <pc:spChg chg="mod">
          <ac:chgData name="최지호" userId="S::jhc2212@kyobodts.co.kr::9f540788-682d-4a7c-b0d7-9197ea926f98" providerId="AD" clId="Web-{A3A0DFE8-C13E-00F4-5335-E1DB58E43BD4}" dt="2025-04-01T00:44:23.817" v="408" actId="20577"/>
          <ac:spMkLst>
            <pc:docMk/>
            <pc:sldMk cId="1808254371" sldId="856"/>
            <ac:spMk id="12297" creationId="{40F674F4-B130-FFA4-396C-2599493921AA}"/>
          </ac:spMkLst>
        </pc:spChg>
        <pc:picChg chg="add mod">
          <ac:chgData name="최지호" userId="S::jhc2212@kyobodts.co.kr::9f540788-682d-4a7c-b0d7-9197ea926f98" providerId="AD" clId="Web-{A3A0DFE8-C13E-00F4-5335-E1DB58E43BD4}" dt="2025-04-01T00:24:00.353" v="27" actId="14100"/>
          <ac:picMkLst>
            <pc:docMk/>
            <pc:sldMk cId="1808254371" sldId="856"/>
            <ac:picMk id="2" creationId="{D74AAE32-6C78-B4D0-75F5-8FD72D346761}"/>
          </ac:picMkLst>
        </pc:picChg>
        <pc:picChg chg="del">
          <ac:chgData name="최지호" userId="S::jhc2212@kyobodts.co.kr::9f540788-682d-4a7c-b0d7-9197ea926f98" providerId="AD" clId="Web-{A3A0DFE8-C13E-00F4-5335-E1DB58E43BD4}" dt="2025-04-01T00:23:19.790" v="16"/>
          <ac:picMkLst>
            <pc:docMk/>
            <pc:sldMk cId="1808254371" sldId="856"/>
            <ac:picMk id="5" creationId="{2A1F000B-524C-ACA0-BE66-B6EA8900C6C8}"/>
          </ac:picMkLst>
        </pc:picChg>
        <pc:picChg chg="del">
          <ac:chgData name="최지호" userId="S::jhc2212@kyobodts.co.kr::9f540788-682d-4a7c-b0d7-9197ea926f98" providerId="AD" clId="Web-{A3A0DFE8-C13E-00F4-5335-E1DB58E43BD4}" dt="2025-04-01T00:23:27.790" v="17"/>
          <ac:picMkLst>
            <pc:docMk/>
            <pc:sldMk cId="1808254371" sldId="856"/>
            <ac:picMk id="7" creationId="{7D1092F9-FC7E-830F-F6FA-F3038E7598A0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25:11.683" v="53" actId="1076"/>
          <ac:picMkLst>
            <pc:docMk/>
            <pc:sldMk cId="1808254371" sldId="856"/>
            <ac:picMk id="11" creationId="{80AD145A-0D69-4E8D-522A-9E5049414474}"/>
          </ac:picMkLst>
        </pc:picChg>
        <pc:picChg chg="add del mod">
          <ac:chgData name="최지호" userId="S::jhc2212@kyobodts.co.kr::9f540788-682d-4a7c-b0d7-9197ea926f98" providerId="AD" clId="Web-{A3A0DFE8-C13E-00F4-5335-E1DB58E43BD4}" dt="2025-04-01T00:25:17.089" v="55"/>
          <ac:picMkLst>
            <pc:docMk/>
            <pc:sldMk cId="1808254371" sldId="856"/>
            <ac:picMk id="12" creationId="{2FAB17A4-04EF-4E5D-4C5A-8C63646499B1}"/>
          </ac:picMkLst>
        </pc:picChg>
      </pc:sldChg>
      <pc:sldChg chg="addSp delSp modSp add replId">
        <pc:chgData name="최지호" userId="S::jhc2212@kyobodts.co.kr::9f540788-682d-4a7c-b0d7-9197ea926f98" providerId="AD" clId="Web-{A3A0DFE8-C13E-00F4-5335-E1DB58E43BD4}" dt="2025-04-01T00:35:54.056" v="252" actId="20577"/>
        <pc:sldMkLst>
          <pc:docMk/>
          <pc:sldMk cId="1135865402" sldId="863"/>
        </pc:sldMkLst>
        <pc:spChg chg="del">
          <ac:chgData name="최지호" userId="S::jhc2212@kyobodts.co.kr::9f540788-682d-4a7c-b0d7-9197ea926f98" providerId="AD" clId="Web-{A3A0DFE8-C13E-00F4-5335-E1DB58E43BD4}" dt="2025-04-01T00:31:57.457" v="170"/>
          <ac:spMkLst>
            <pc:docMk/>
            <pc:sldMk cId="1135865402" sldId="863"/>
            <ac:spMk id="4" creationId="{89978DD9-BBF3-B229-4669-718D930A110F}"/>
          </ac:spMkLst>
        </pc:spChg>
        <pc:spChg chg="del">
          <ac:chgData name="최지호" userId="S::jhc2212@kyobodts.co.kr::9f540788-682d-4a7c-b0d7-9197ea926f98" providerId="AD" clId="Web-{A3A0DFE8-C13E-00F4-5335-E1DB58E43BD4}" dt="2025-04-01T00:32:05.051" v="171"/>
          <ac:spMkLst>
            <pc:docMk/>
            <pc:sldMk cId="1135865402" sldId="863"/>
            <ac:spMk id="6" creationId="{17EE7734-2201-EEED-CA7F-001C24240C59}"/>
          </ac:spMkLst>
        </pc:spChg>
        <pc:spChg chg="add mod">
          <ac:chgData name="최지호" userId="S::jhc2212@kyobodts.co.kr::9f540788-682d-4a7c-b0d7-9197ea926f98" providerId="AD" clId="Web-{A3A0DFE8-C13E-00F4-5335-E1DB58E43BD4}" dt="2025-04-01T00:33:54.006" v="190" actId="1076"/>
          <ac:spMkLst>
            <pc:docMk/>
            <pc:sldMk cId="1135865402" sldId="863"/>
            <ac:spMk id="8" creationId="{308BF396-184D-13F5-5BB7-8EFB65F4E762}"/>
          </ac:spMkLst>
        </pc:spChg>
        <pc:spChg chg="add mod">
          <ac:chgData name="최지호" userId="S::jhc2212@kyobodts.co.kr::9f540788-682d-4a7c-b0d7-9197ea926f98" providerId="AD" clId="Web-{A3A0DFE8-C13E-00F4-5335-E1DB58E43BD4}" dt="2025-04-01T00:34:09.413" v="198" actId="20577"/>
          <ac:spMkLst>
            <pc:docMk/>
            <pc:sldMk cId="1135865402" sldId="863"/>
            <ac:spMk id="9" creationId="{57D7535D-6AFD-F546-83A2-9FA7EF2CBA54}"/>
          </ac:spMkLst>
        </pc:spChg>
        <pc:spChg chg="add mod">
          <ac:chgData name="최지호" userId="S::jhc2212@kyobodts.co.kr::9f540788-682d-4a7c-b0d7-9197ea926f98" providerId="AD" clId="Web-{A3A0DFE8-C13E-00F4-5335-E1DB58E43BD4}" dt="2025-04-01T00:35:10.508" v="230" actId="20577"/>
          <ac:spMkLst>
            <pc:docMk/>
            <pc:sldMk cId="1135865402" sldId="863"/>
            <ac:spMk id="10" creationId="{14F5F951-7AB3-4597-11C0-23290029D1A2}"/>
          </ac:spMkLst>
        </pc:spChg>
        <pc:spChg chg="mod">
          <ac:chgData name="최지호" userId="S::jhc2212@kyobodts.co.kr::9f540788-682d-4a7c-b0d7-9197ea926f98" providerId="AD" clId="Web-{A3A0DFE8-C13E-00F4-5335-E1DB58E43BD4}" dt="2025-04-01T00:35:54.056" v="252" actId="20577"/>
          <ac:spMkLst>
            <pc:docMk/>
            <pc:sldMk cId="1135865402" sldId="863"/>
            <ac:spMk id="12290" creationId="{BF5D70D6-CC89-246E-F7A4-D06DCB976219}"/>
          </ac:spMkLst>
        </pc:spChg>
        <pc:spChg chg="mod">
          <ac:chgData name="최지호" userId="S::jhc2212@kyobodts.co.kr::9f540788-682d-4a7c-b0d7-9197ea926f98" providerId="AD" clId="Web-{A3A0DFE8-C13E-00F4-5335-E1DB58E43BD4}" dt="2025-04-01T00:35:52.196" v="251" actId="20577"/>
          <ac:spMkLst>
            <pc:docMk/>
            <pc:sldMk cId="1135865402" sldId="863"/>
            <ac:spMk id="12296" creationId="{A00EDED4-0484-66F7-5CD5-5FB4DC95A82F}"/>
          </ac:spMkLst>
        </pc:spChg>
        <pc:picChg chg="del">
          <ac:chgData name="최지호" userId="S::jhc2212@kyobodts.co.kr::9f540788-682d-4a7c-b0d7-9197ea926f98" providerId="AD" clId="Web-{A3A0DFE8-C13E-00F4-5335-E1DB58E43BD4}" dt="2025-04-01T00:31:56.035" v="169"/>
          <ac:picMkLst>
            <pc:docMk/>
            <pc:sldMk cId="1135865402" sldId="863"/>
            <ac:picMk id="2" creationId="{E3F03DB6-622B-D1D2-CF86-A0FF745C70A5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33:29.131" v="182" actId="14100"/>
          <ac:picMkLst>
            <pc:docMk/>
            <pc:sldMk cId="1135865402" sldId="863"/>
            <ac:picMk id="3" creationId="{537059AD-477E-A70A-0056-574C455B9A9D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33:32.209" v="183" actId="14100"/>
          <ac:picMkLst>
            <pc:docMk/>
            <pc:sldMk cId="1135865402" sldId="863"/>
            <ac:picMk id="5" creationId="{9CDF8447-71A6-3AEF-D2CB-151114F97098}"/>
          </ac:picMkLst>
        </pc:picChg>
      </pc:sldChg>
      <pc:sldChg chg="addSp delSp modSp add replId">
        <pc:chgData name="최지호" userId="S::jhc2212@kyobodts.co.kr::9f540788-682d-4a7c-b0d7-9197ea926f98" providerId="AD" clId="Web-{A3A0DFE8-C13E-00F4-5335-E1DB58E43BD4}" dt="2025-04-01T00:45:12.224" v="422" actId="20577"/>
        <pc:sldMkLst>
          <pc:docMk/>
          <pc:sldMk cId="2805997453" sldId="868"/>
        </pc:sldMkLst>
        <pc:spChg chg="del">
          <ac:chgData name="최지호" userId="S::jhc2212@kyobodts.co.kr::9f540788-682d-4a7c-b0d7-9197ea926f98" providerId="AD" clId="Web-{A3A0DFE8-C13E-00F4-5335-E1DB58E43BD4}" dt="2025-04-01T00:36:37.572" v="256"/>
          <ac:spMkLst>
            <pc:docMk/>
            <pc:sldMk cId="2805997453" sldId="868"/>
            <ac:spMk id="4" creationId="{364628A2-C6E6-ED0C-815A-81F92E48E2D9}"/>
          </ac:spMkLst>
        </pc:spChg>
        <pc:spChg chg="del">
          <ac:chgData name="최지호" userId="S::jhc2212@kyobodts.co.kr::9f540788-682d-4a7c-b0d7-9197ea926f98" providerId="AD" clId="Web-{A3A0DFE8-C13E-00F4-5335-E1DB58E43BD4}" dt="2025-04-01T00:36:37.572" v="255"/>
          <ac:spMkLst>
            <pc:docMk/>
            <pc:sldMk cId="2805997453" sldId="868"/>
            <ac:spMk id="6" creationId="{6AB7B0C4-F47F-3AF8-6EAC-8F96C7EAAD74}"/>
          </ac:spMkLst>
        </pc:spChg>
        <pc:spChg chg="add mod">
          <ac:chgData name="최지호" userId="S::jhc2212@kyobodts.co.kr::9f540788-682d-4a7c-b0d7-9197ea926f98" providerId="AD" clId="Web-{A3A0DFE8-C13E-00F4-5335-E1DB58E43BD4}" dt="2025-04-01T00:37:07.979" v="270" actId="1076"/>
          <ac:spMkLst>
            <pc:docMk/>
            <pc:sldMk cId="2805997453" sldId="868"/>
            <ac:spMk id="7" creationId="{BCB21C16-3EE7-FB4B-0D2D-D534BDB397F1}"/>
          </ac:spMkLst>
        </pc:spChg>
        <pc:spChg chg="add mod">
          <ac:chgData name="최지호" userId="S::jhc2212@kyobodts.co.kr::9f540788-682d-4a7c-b0d7-9197ea926f98" providerId="AD" clId="Web-{A3A0DFE8-C13E-00F4-5335-E1DB58E43BD4}" dt="2025-04-01T00:37:51.589" v="283" actId="1076"/>
          <ac:spMkLst>
            <pc:docMk/>
            <pc:sldMk cId="2805997453" sldId="868"/>
            <ac:spMk id="8" creationId="{9B0B7614-890C-C74B-91B7-8F6939F37508}"/>
          </ac:spMkLst>
        </pc:spChg>
        <pc:spChg chg="add del mod">
          <ac:chgData name="최지호" userId="S::jhc2212@kyobodts.co.kr::9f540788-682d-4a7c-b0d7-9197ea926f98" providerId="AD" clId="Web-{A3A0DFE8-C13E-00F4-5335-E1DB58E43BD4}" dt="2025-04-01T00:38:24.387" v="301" actId="1076"/>
          <ac:spMkLst>
            <pc:docMk/>
            <pc:sldMk cId="2805997453" sldId="868"/>
            <ac:spMk id="9" creationId="{EAD47BAC-BA8F-2622-7778-5891B1D6515D}"/>
          </ac:spMkLst>
        </pc:spChg>
        <pc:spChg chg="add del mod">
          <ac:chgData name="최지호" userId="S::jhc2212@kyobodts.co.kr::9f540788-682d-4a7c-b0d7-9197ea926f98" providerId="AD" clId="Web-{A3A0DFE8-C13E-00F4-5335-E1DB58E43BD4}" dt="2025-04-01T00:39:56.889" v="327" actId="20577"/>
          <ac:spMkLst>
            <pc:docMk/>
            <pc:sldMk cId="2805997453" sldId="868"/>
            <ac:spMk id="11" creationId="{34443A0D-4842-82B8-A0E7-FA6059672A52}"/>
          </ac:spMkLst>
        </pc:spChg>
        <pc:spChg chg="mod">
          <ac:chgData name="최지호" userId="S::jhc2212@kyobodts.co.kr::9f540788-682d-4a7c-b0d7-9197ea926f98" providerId="AD" clId="Web-{A3A0DFE8-C13E-00F4-5335-E1DB58E43BD4}" dt="2025-04-01T00:37:34.136" v="278" actId="20577"/>
          <ac:spMkLst>
            <pc:docMk/>
            <pc:sldMk cId="2805997453" sldId="868"/>
            <ac:spMk id="12290" creationId="{9B319EC0-9F9D-BC2A-0B91-20DDFA236D53}"/>
          </ac:spMkLst>
        </pc:spChg>
        <pc:spChg chg="mod">
          <ac:chgData name="최지호" userId="S::jhc2212@kyobodts.co.kr::9f540788-682d-4a7c-b0d7-9197ea926f98" providerId="AD" clId="Web-{A3A0DFE8-C13E-00F4-5335-E1DB58E43BD4}" dt="2025-04-01T00:45:12.224" v="422" actId="20577"/>
          <ac:spMkLst>
            <pc:docMk/>
            <pc:sldMk cId="2805997453" sldId="868"/>
            <ac:spMk id="12296" creationId="{B94D16A4-4599-D19F-99E3-15E89B59353F}"/>
          </ac:spMkLst>
        </pc:spChg>
        <pc:picChg chg="del">
          <ac:chgData name="최지호" userId="S::jhc2212@kyobodts.co.kr::9f540788-682d-4a7c-b0d7-9197ea926f98" providerId="AD" clId="Web-{A3A0DFE8-C13E-00F4-5335-E1DB58E43BD4}" dt="2025-04-01T00:36:35.057" v="254"/>
          <ac:picMkLst>
            <pc:docMk/>
            <pc:sldMk cId="2805997453" sldId="868"/>
            <ac:picMk id="2" creationId="{F40F41EF-13B0-0D72-004A-C254D07E0769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36:52.854" v="262" actId="1076"/>
          <ac:picMkLst>
            <pc:docMk/>
            <pc:sldMk cId="2805997453" sldId="868"/>
            <ac:picMk id="3" creationId="{A804EB8B-2576-17F4-5D2A-16B6CEF989C4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38:51.810" v="304" actId="1076"/>
          <ac:picMkLst>
            <pc:docMk/>
            <pc:sldMk cId="2805997453" sldId="868"/>
            <ac:picMk id="10" creationId="{D27807DB-A53A-712F-464A-859490F2ABF0}"/>
          </ac:picMkLst>
        </pc:picChg>
      </pc:sldChg>
      <pc:sldChg chg="addSp delSp modSp add replId">
        <pc:chgData name="최지호" userId="S::jhc2212@kyobodts.co.kr::9f540788-682d-4a7c-b0d7-9197ea926f98" providerId="AD" clId="Web-{A3A0DFE8-C13E-00F4-5335-E1DB58E43BD4}" dt="2025-04-01T00:45:04.239" v="421" actId="20577"/>
        <pc:sldMkLst>
          <pc:docMk/>
          <pc:sldMk cId="2979556587" sldId="869"/>
        </pc:sldMkLst>
        <pc:spChg chg="del">
          <ac:chgData name="최지호" userId="S::jhc2212@kyobodts.co.kr::9f540788-682d-4a7c-b0d7-9197ea926f98" providerId="AD" clId="Web-{A3A0DFE8-C13E-00F4-5335-E1DB58E43BD4}" dt="2025-04-01T00:41:43.719" v="363"/>
          <ac:spMkLst>
            <pc:docMk/>
            <pc:sldMk cId="2979556587" sldId="869"/>
            <ac:spMk id="4" creationId="{D524C474-B81B-05F5-A7AB-DCA8C7583787}"/>
          </ac:spMkLst>
        </pc:spChg>
        <pc:spChg chg="del">
          <ac:chgData name="최지호" userId="S::jhc2212@kyobodts.co.kr::9f540788-682d-4a7c-b0d7-9197ea926f98" providerId="AD" clId="Web-{A3A0DFE8-C13E-00F4-5335-E1DB58E43BD4}" dt="2025-04-01T00:41:42.376" v="362"/>
          <ac:spMkLst>
            <pc:docMk/>
            <pc:sldMk cId="2979556587" sldId="869"/>
            <ac:spMk id="6" creationId="{F600CFB4-CD6D-AAB0-1F35-3C4DDF164A54}"/>
          </ac:spMkLst>
        </pc:spChg>
        <pc:spChg chg="add mod">
          <ac:chgData name="최지호" userId="S::jhc2212@kyobodts.co.kr::9f540788-682d-4a7c-b0d7-9197ea926f98" providerId="AD" clId="Web-{A3A0DFE8-C13E-00F4-5335-E1DB58E43BD4}" dt="2025-04-01T00:42:37.846" v="370" actId="1076"/>
          <ac:spMkLst>
            <pc:docMk/>
            <pc:sldMk cId="2979556587" sldId="869"/>
            <ac:spMk id="7" creationId="{0C7025C5-D02A-8E50-884C-F8D24A7851A4}"/>
          </ac:spMkLst>
        </pc:spChg>
        <pc:spChg chg="add mod">
          <ac:chgData name="최지호" userId="S::jhc2212@kyobodts.co.kr::9f540788-682d-4a7c-b0d7-9197ea926f98" providerId="AD" clId="Web-{A3A0DFE8-C13E-00F4-5335-E1DB58E43BD4}" dt="2025-04-01T00:42:59.768" v="382" actId="20577"/>
          <ac:spMkLst>
            <pc:docMk/>
            <pc:sldMk cId="2979556587" sldId="869"/>
            <ac:spMk id="8" creationId="{901E4882-E22A-D53A-5DA8-0D8955BDFCBD}"/>
          </ac:spMkLst>
        </pc:spChg>
        <pc:spChg chg="mod">
          <ac:chgData name="최지호" userId="S::jhc2212@kyobodts.co.kr::9f540788-682d-4a7c-b0d7-9197ea926f98" providerId="AD" clId="Web-{A3A0DFE8-C13E-00F4-5335-E1DB58E43BD4}" dt="2025-04-01T00:41:30.594" v="354" actId="20577"/>
          <ac:spMkLst>
            <pc:docMk/>
            <pc:sldMk cId="2979556587" sldId="869"/>
            <ac:spMk id="12290" creationId="{BAA84519-6E0A-AEDB-202A-64D26D7F39CF}"/>
          </ac:spMkLst>
        </pc:spChg>
        <pc:spChg chg="mod">
          <ac:chgData name="최지호" userId="S::jhc2212@kyobodts.co.kr::9f540788-682d-4a7c-b0d7-9197ea926f98" providerId="AD" clId="Web-{A3A0DFE8-C13E-00F4-5335-E1DB58E43BD4}" dt="2025-04-01T00:45:04.239" v="421" actId="20577"/>
          <ac:spMkLst>
            <pc:docMk/>
            <pc:sldMk cId="2979556587" sldId="869"/>
            <ac:spMk id="12296" creationId="{12B142CA-2833-FC68-8709-CB179F32A973}"/>
          </ac:spMkLst>
        </pc:spChg>
        <pc:picChg chg="del">
          <ac:chgData name="최지호" userId="S::jhc2212@kyobodts.co.kr::9f540788-682d-4a7c-b0d7-9197ea926f98" providerId="AD" clId="Web-{A3A0DFE8-C13E-00F4-5335-E1DB58E43BD4}" dt="2025-04-01T00:41:41.001" v="361"/>
          <ac:picMkLst>
            <pc:docMk/>
            <pc:sldMk cId="2979556587" sldId="869"/>
            <ac:picMk id="2" creationId="{4682777E-DDDD-E43A-2A0D-3BA97B79B5C1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42:24.111" v="368" actId="1076"/>
          <ac:picMkLst>
            <pc:docMk/>
            <pc:sldMk cId="2979556587" sldId="869"/>
            <ac:picMk id="3" creationId="{6DCCF8A7-F63C-D62F-9766-D0EF7A2F8A16}"/>
          </ac:picMkLst>
        </pc:picChg>
      </pc:sldChg>
      <pc:sldChg chg="addSp delSp modSp add replId">
        <pc:chgData name="최지호" userId="S::jhc2212@kyobodts.co.kr::9f540788-682d-4a7c-b0d7-9197ea926f98" providerId="AD" clId="Web-{A3A0DFE8-C13E-00F4-5335-E1DB58E43BD4}" dt="2025-04-01T00:50:19.168" v="547" actId="20577"/>
        <pc:sldMkLst>
          <pc:docMk/>
          <pc:sldMk cId="2346667890" sldId="871"/>
        </pc:sldMkLst>
        <pc:spChg chg="del">
          <ac:chgData name="최지호" userId="S::jhc2212@kyobodts.co.kr::9f540788-682d-4a7c-b0d7-9197ea926f98" providerId="AD" clId="Web-{A3A0DFE8-C13E-00F4-5335-E1DB58E43BD4}" dt="2025-04-01T00:47:08.039" v="484"/>
          <ac:spMkLst>
            <pc:docMk/>
            <pc:sldMk cId="2346667890" sldId="871"/>
            <ac:spMk id="7" creationId="{000CB647-20CC-698F-D2FC-DAA2E47FC2DC}"/>
          </ac:spMkLst>
        </pc:spChg>
        <pc:spChg chg="del">
          <ac:chgData name="최지호" userId="S::jhc2212@kyobodts.co.kr::9f540788-682d-4a7c-b0d7-9197ea926f98" providerId="AD" clId="Web-{A3A0DFE8-C13E-00F4-5335-E1DB58E43BD4}" dt="2025-04-01T00:47:11.492" v="485"/>
          <ac:spMkLst>
            <pc:docMk/>
            <pc:sldMk cId="2346667890" sldId="871"/>
            <ac:spMk id="8" creationId="{51F87EFF-D1A3-C3F5-143B-114F72489001}"/>
          </ac:spMkLst>
        </pc:spChg>
        <pc:spChg chg="add mod">
          <ac:chgData name="최지호" userId="S::jhc2212@kyobodts.co.kr::9f540788-682d-4a7c-b0d7-9197ea926f98" providerId="AD" clId="Web-{A3A0DFE8-C13E-00F4-5335-E1DB58E43BD4}" dt="2025-04-01T00:49:33.995" v="503" actId="1076"/>
          <ac:spMkLst>
            <pc:docMk/>
            <pc:sldMk cId="2346667890" sldId="871"/>
            <ac:spMk id="11" creationId="{5DD3AE23-7DFE-23D3-9A6A-56F18EAB412F}"/>
          </ac:spMkLst>
        </pc:spChg>
        <pc:spChg chg="add mod">
          <ac:chgData name="최지호" userId="S::jhc2212@kyobodts.co.kr::9f540788-682d-4a7c-b0d7-9197ea926f98" providerId="AD" clId="Web-{A3A0DFE8-C13E-00F4-5335-E1DB58E43BD4}" dt="2025-04-01T00:49:44.792" v="507" actId="20577"/>
          <ac:spMkLst>
            <pc:docMk/>
            <pc:sldMk cId="2346667890" sldId="871"/>
            <ac:spMk id="13" creationId="{6128C22E-D847-448A-05D3-41C31507C5BD}"/>
          </ac:spMkLst>
        </pc:spChg>
        <pc:spChg chg="mod">
          <ac:chgData name="최지호" userId="S::jhc2212@kyobodts.co.kr::9f540788-682d-4a7c-b0d7-9197ea926f98" providerId="AD" clId="Web-{A3A0DFE8-C13E-00F4-5335-E1DB58E43BD4}" dt="2025-04-01T00:46:40.491" v="448" actId="20577"/>
          <ac:spMkLst>
            <pc:docMk/>
            <pc:sldMk cId="2346667890" sldId="871"/>
            <ac:spMk id="12290" creationId="{A22E77C0-03F6-910B-6241-AC292533BDE6}"/>
          </ac:spMkLst>
        </pc:spChg>
        <pc:spChg chg="mod">
          <ac:chgData name="최지호" userId="S::jhc2212@kyobodts.co.kr::9f540788-682d-4a7c-b0d7-9197ea926f98" providerId="AD" clId="Web-{A3A0DFE8-C13E-00F4-5335-E1DB58E43BD4}" dt="2025-04-01T00:50:19.168" v="547" actId="20577"/>
          <ac:spMkLst>
            <pc:docMk/>
            <pc:sldMk cId="2346667890" sldId="871"/>
            <ac:spMk id="12296" creationId="{8A512FF1-8FBE-91D2-3773-AD09A715D64C}"/>
          </ac:spMkLst>
        </pc:spChg>
        <pc:spChg chg="mod">
          <ac:chgData name="최지호" userId="S::jhc2212@kyobodts.co.kr::9f540788-682d-4a7c-b0d7-9197ea926f98" providerId="AD" clId="Web-{A3A0DFE8-C13E-00F4-5335-E1DB58E43BD4}" dt="2025-04-01T00:46:33.335" v="434" actId="20577"/>
          <ac:spMkLst>
            <pc:docMk/>
            <pc:sldMk cId="2346667890" sldId="871"/>
            <ac:spMk id="12297" creationId="{C52B329A-316C-B6A7-219F-659BFFB447B2}"/>
          </ac:spMkLst>
        </pc:spChg>
        <pc:spChg chg="mod">
          <ac:chgData name="최지호" userId="S::jhc2212@kyobodts.co.kr::9f540788-682d-4a7c-b0d7-9197ea926f98" providerId="AD" clId="Web-{A3A0DFE8-C13E-00F4-5335-E1DB58E43BD4}" dt="2025-04-01T00:46:51.726" v="459" actId="20577"/>
          <ac:spMkLst>
            <pc:docMk/>
            <pc:sldMk cId="2346667890" sldId="871"/>
            <ac:spMk id="12298" creationId="{7378127C-3D03-8551-8198-F883CD9AC61E}"/>
          </ac:spMkLst>
        </pc:spChg>
        <pc:spChg chg="mod">
          <ac:chgData name="최지호" userId="S::jhc2212@kyobodts.co.kr::9f540788-682d-4a7c-b0d7-9197ea926f98" providerId="AD" clId="Web-{A3A0DFE8-C13E-00F4-5335-E1DB58E43BD4}" dt="2025-04-01T00:46:58.148" v="466" actId="20577"/>
          <ac:spMkLst>
            <pc:docMk/>
            <pc:sldMk cId="2346667890" sldId="871"/>
            <ac:spMk id="12300" creationId="{6EF39343-1EE2-14BF-22CD-470D57B73D51}"/>
          </ac:spMkLst>
        </pc:spChg>
        <pc:picChg chg="add mod">
          <ac:chgData name="최지호" userId="S::jhc2212@kyobodts.co.kr::9f540788-682d-4a7c-b0d7-9197ea926f98" providerId="AD" clId="Web-{A3A0DFE8-C13E-00F4-5335-E1DB58E43BD4}" dt="2025-04-01T00:47:34.415" v="490" actId="1076"/>
          <ac:picMkLst>
            <pc:docMk/>
            <pc:sldMk cId="2346667890" sldId="871"/>
            <ac:picMk id="2" creationId="{C1CFD9C5-4519-D10B-F965-57D1E270B553}"/>
          </ac:picMkLst>
        </pc:picChg>
        <pc:picChg chg="del">
          <ac:chgData name="최지호" userId="S::jhc2212@kyobodts.co.kr::9f540788-682d-4a7c-b0d7-9197ea926f98" providerId="AD" clId="Web-{A3A0DFE8-C13E-00F4-5335-E1DB58E43BD4}" dt="2025-04-01T00:46:01.100" v="424"/>
          <ac:picMkLst>
            <pc:docMk/>
            <pc:sldMk cId="2346667890" sldId="871"/>
            <ac:picMk id="3" creationId="{B2BACC72-96D7-C278-2A72-746C3B99E54E}"/>
          </ac:picMkLst>
        </pc:picChg>
        <pc:picChg chg="add mod">
          <ac:chgData name="최지호" userId="S::jhc2212@kyobodts.co.kr::9f540788-682d-4a7c-b0d7-9197ea926f98" providerId="AD" clId="Web-{A3A0DFE8-C13E-00F4-5335-E1DB58E43BD4}" dt="2025-04-01T00:48:33.072" v="495" actId="1076"/>
          <ac:picMkLst>
            <pc:docMk/>
            <pc:sldMk cId="2346667890" sldId="871"/>
            <ac:picMk id="4" creationId="{4F76A857-5833-D1EB-F9CC-AFECFB74A852}"/>
          </ac:picMkLst>
        </pc:picChg>
        <pc:picChg chg="add del mod">
          <ac:chgData name="최지호" userId="S::jhc2212@kyobodts.co.kr::9f540788-682d-4a7c-b0d7-9197ea926f98" providerId="AD" clId="Web-{A3A0DFE8-C13E-00F4-5335-E1DB58E43BD4}" dt="2025-04-01T00:48:51.916" v="497"/>
          <ac:picMkLst>
            <pc:docMk/>
            <pc:sldMk cId="2346667890" sldId="871"/>
            <ac:picMk id="5" creationId="{2BEEDD5E-7A93-83B1-AADC-7DA8EEF04567}"/>
          </ac:picMkLst>
        </pc:picChg>
        <pc:picChg chg="add del mod">
          <ac:chgData name="최지호" userId="S::jhc2212@kyobodts.co.kr::9f540788-682d-4a7c-b0d7-9197ea926f98" providerId="AD" clId="Web-{A3A0DFE8-C13E-00F4-5335-E1DB58E43BD4}" dt="2025-04-01T00:49:01.948" v="499"/>
          <ac:picMkLst>
            <pc:docMk/>
            <pc:sldMk cId="2346667890" sldId="871"/>
            <ac:picMk id="6" creationId="{C0DE0E5C-BA02-9F89-9771-4686C8EB8861}"/>
          </ac:picMkLst>
        </pc:picChg>
        <pc:picChg chg="add del mod">
          <ac:chgData name="최지호" userId="S::jhc2212@kyobodts.co.kr::9f540788-682d-4a7c-b0d7-9197ea926f98" providerId="AD" clId="Web-{A3A0DFE8-C13E-00F4-5335-E1DB58E43BD4}" dt="2025-04-01T00:49:22.073" v="501"/>
          <ac:picMkLst>
            <pc:docMk/>
            <pc:sldMk cId="2346667890" sldId="871"/>
            <ac:picMk id="9" creationId="{D51B060C-99D9-3A94-9924-B7D5BA198CF4}"/>
          </ac:picMkLst>
        </pc:picChg>
      </pc:sldChg>
    </pc:docChg>
  </pc:docChgLst>
  <pc:docChgLst>
    <pc:chgData name="게스트 사용자" userId="S::urn:spo:anon#d191b05c30ec65b35b6aa60483cfc99bac347d17f41ae877dc451e9747cf0b58::" providerId="AD" clId="Web-{7D9945C3-B876-941E-C026-0BFE83227158}"/>
    <pc:docChg chg="addSld delSld modSld modSection">
      <pc:chgData name="게스트 사용자" userId="S::urn:spo:anon#d191b05c30ec65b35b6aa60483cfc99bac347d17f41ae877dc451e9747cf0b58::" providerId="AD" clId="Web-{7D9945C3-B876-941E-C026-0BFE83227158}" dt="2025-04-01T00:29:57.674" v="160" actId="20577"/>
      <pc:docMkLst>
        <pc:docMk/>
      </pc:docMkLst>
      <pc:sldChg chg="addSp delSp modSp add replId">
        <pc:chgData name="게스트 사용자" userId="S::urn:spo:anon#d191b05c30ec65b35b6aa60483cfc99bac347d17f41ae877dc451e9747cf0b58::" providerId="AD" clId="Web-{7D9945C3-B876-941E-C026-0BFE83227158}" dt="2025-04-01T00:29:57.674" v="160" actId="20577"/>
        <pc:sldMkLst>
          <pc:docMk/>
          <pc:sldMk cId="1910414759" sldId="854"/>
        </pc:sldMkLst>
        <pc:spChg chg="add mod">
          <ac:chgData name="게스트 사용자" userId="S::urn:spo:anon#d191b05c30ec65b35b6aa60483cfc99bac347d17f41ae877dc451e9747cf0b58::" providerId="AD" clId="Web-{7D9945C3-B876-941E-C026-0BFE83227158}" dt="2025-04-01T00:22:34.781" v="58" actId="1076"/>
          <ac:spMkLst>
            <pc:docMk/>
            <pc:sldMk cId="1910414759" sldId="854"/>
            <ac:spMk id="8" creationId="{E63FAD05-1BB3-6509-40A3-75DE84E394D8}"/>
          </ac:spMkLst>
        </pc:spChg>
        <pc:spChg chg="add del mod">
          <ac:chgData name="게스트 사용자" userId="S::urn:spo:anon#d191b05c30ec65b35b6aa60483cfc99bac347d17f41ae877dc451e9747cf0b58::" providerId="AD" clId="Web-{7D9945C3-B876-941E-C026-0BFE83227158}" dt="2025-04-01T00:29:36.532" v="154"/>
          <ac:spMkLst>
            <pc:docMk/>
            <pc:sldMk cId="1910414759" sldId="854"/>
            <ac:spMk id="10" creationId="{BC69AC35-812C-972A-C151-B25190AC262E}"/>
          </ac:spMkLst>
        </pc:spChg>
        <pc:spChg chg="add del mod">
          <ac:chgData name="게스트 사용자" userId="S::urn:spo:anon#d191b05c30ec65b35b6aa60483cfc99bac347d17f41ae877dc451e9747cf0b58::" providerId="AD" clId="Web-{7D9945C3-B876-941E-C026-0BFE83227158}" dt="2025-04-01T00:29:57.674" v="160" actId="20577"/>
          <ac:spMkLst>
            <pc:docMk/>
            <pc:sldMk cId="1910414759" sldId="854"/>
            <ac:spMk id="11" creationId="{5A6A3FAF-0A7C-FA7F-0AD0-509DA3280B29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29:24.562" v="151" actId="1076"/>
          <ac:spMkLst>
            <pc:docMk/>
            <pc:sldMk cId="1910414759" sldId="854"/>
            <ac:spMk id="13" creationId="{955827A0-A46E-574E-F41C-468712961EC9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21:22.182" v="44" actId="1076"/>
          <ac:spMkLst>
            <pc:docMk/>
            <pc:sldMk cId="1910414759" sldId="854"/>
            <ac:spMk id="19" creationId="{221C486C-13AA-0093-4DF9-54FC187797AB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22:02.623" v="49" actId="1076"/>
          <ac:spMkLst>
            <pc:docMk/>
            <pc:sldMk cId="1910414759" sldId="854"/>
            <ac:spMk id="26" creationId="{90E547B5-8D9D-71FE-52ED-72938AB50F76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19:26.283" v="17" actId="20577"/>
          <ac:spMkLst>
            <pc:docMk/>
            <pc:sldMk cId="1910414759" sldId="854"/>
            <ac:spMk id="12290" creationId="{4379A178-90A0-160B-8FFD-EF92F9112665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24:53.385" v="129" actId="20577"/>
          <ac:spMkLst>
            <pc:docMk/>
            <pc:sldMk cId="1910414759" sldId="854"/>
            <ac:spMk id="12296" creationId="{F232DC4A-6917-67E2-932C-C02769F123E2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19:38.956" v="26" actId="20577"/>
          <ac:spMkLst>
            <pc:docMk/>
            <pc:sldMk cId="1910414759" sldId="854"/>
            <ac:spMk id="12298" creationId="{0B893650-E05D-1135-56DE-ABD66352412A}"/>
          </ac:spMkLst>
        </pc:spChg>
        <pc:spChg chg="mod">
          <ac:chgData name="게스트 사용자" userId="S::urn:spo:anon#d191b05c30ec65b35b6aa60483cfc99bac347d17f41ae877dc451e9747cf0b58::" providerId="AD" clId="Web-{7D9945C3-B876-941E-C026-0BFE83227158}" dt="2025-04-01T00:22:17.389" v="54" actId="20577"/>
          <ac:spMkLst>
            <pc:docMk/>
            <pc:sldMk cId="1910414759" sldId="854"/>
            <ac:spMk id="12300" creationId="{255D4ED1-3424-8F25-1FBA-A09FEE1CD340}"/>
          </ac:spMkLst>
        </pc:spChg>
        <pc:picChg chg="add del mod ord">
          <ac:chgData name="게스트 사용자" userId="S::urn:spo:anon#d191b05c30ec65b35b6aa60483cfc99bac347d17f41ae877dc451e9747cf0b58::" providerId="AD" clId="Web-{7D9945C3-B876-941E-C026-0BFE83227158}" dt="2025-04-01T00:20:54.961" v="36"/>
          <ac:picMkLst>
            <pc:docMk/>
            <pc:sldMk cId="1910414759" sldId="854"/>
            <ac:picMk id="2" creationId="{A1683A51-4A5B-017F-B3B8-7338859C982D}"/>
          </ac:picMkLst>
        </pc:picChg>
        <pc:picChg chg="del">
          <ac:chgData name="게스트 사용자" userId="S::urn:spo:anon#d191b05c30ec65b35b6aa60483cfc99bac347d17f41ae877dc451e9747cf0b58::" providerId="AD" clId="Web-{7D9945C3-B876-941E-C026-0BFE83227158}" dt="2025-04-01T00:19:40.206" v="27"/>
          <ac:picMkLst>
            <pc:docMk/>
            <pc:sldMk cId="1910414759" sldId="854"/>
            <ac:picMk id="3" creationId="{2BDD3BAD-9EF4-47AE-DCEC-73229C476C66}"/>
          </ac:picMkLst>
        </pc:picChg>
        <pc:picChg chg="add mod ord">
          <ac:chgData name="게스트 사용자" userId="S::urn:spo:anon#d191b05c30ec65b35b6aa60483cfc99bac347d17f41ae877dc451e9747cf0b58::" providerId="AD" clId="Web-{7D9945C3-B876-941E-C026-0BFE83227158}" dt="2025-04-01T00:21:17.979" v="43" actId="14100"/>
          <ac:picMkLst>
            <pc:docMk/>
            <pc:sldMk cId="1910414759" sldId="854"/>
            <ac:picMk id="4" creationId="{C6E76328-15CA-1291-64E2-92671887DFDB}"/>
          </ac:picMkLst>
        </pc:picChg>
        <pc:picChg chg="add mod">
          <ac:chgData name="게스트 사용자" userId="S::urn:spo:anon#d191b05c30ec65b35b6aa60483cfc99bac347d17f41ae877dc451e9747cf0b58::" providerId="AD" clId="Web-{7D9945C3-B876-941E-C026-0BFE83227158}" dt="2025-04-01T00:25:10.824" v="130" actId="1076"/>
          <ac:picMkLst>
            <pc:docMk/>
            <pc:sldMk cId="1910414759" sldId="854"/>
            <ac:picMk id="5" creationId="{9D2D72B9-E332-F4CA-CBBB-D595E95C6ADA}"/>
          </ac:picMkLst>
        </pc:picChg>
        <pc:picChg chg="add del mod">
          <ac:chgData name="게스트 사용자" userId="S::urn:spo:anon#d191b05c30ec65b35b6aa60483cfc99bac347d17f41ae877dc451e9747cf0b58::" providerId="AD" clId="Web-{7D9945C3-B876-941E-C026-0BFE83227158}" dt="2025-04-01T00:22:25.109" v="56"/>
          <ac:picMkLst>
            <pc:docMk/>
            <pc:sldMk cId="1910414759" sldId="854"/>
            <ac:picMk id="6" creationId="{EAF3A087-F185-4046-7254-0BFB86EE4708}"/>
          </ac:picMkLst>
        </pc:picChg>
        <pc:picChg chg="del">
          <ac:chgData name="게스트 사용자" userId="S::urn:spo:anon#d191b05c30ec65b35b6aa60483cfc99bac347d17f41ae877dc451e9747cf0b58::" providerId="AD" clId="Web-{7D9945C3-B876-941E-C026-0BFE83227158}" dt="2025-04-01T00:19:42.065" v="28"/>
          <ac:picMkLst>
            <pc:docMk/>
            <pc:sldMk cId="1910414759" sldId="854"/>
            <ac:picMk id="9" creationId="{8422D9FC-028F-432C-0D6D-632F1D95975F}"/>
          </ac:picMkLst>
        </pc:picChg>
        <pc:cxnChg chg="del mod">
          <ac:chgData name="게스트 사용자" userId="S::urn:spo:anon#d191b05c30ec65b35b6aa60483cfc99bac347d17f41ae877dc451e9747cf0b58::" providerId="AD" clId="Web-{7D9945C3-B876-941E-C026-0BFE83227158}" dt="2025-04-01T00:25:13.746" v="131"/>
          <ac:cxnSpMkLst>
            <pc:docMk/>
            <pc:sldMk cId="1910414759" sldId="854"/>
            <ac:cxnSpMk id="14" creationId="{D766A0F6-C95F-265E-C7B7-E0A1AB5C6A92}"/>
          </ac:cxnSpMkLst>
        </pc:cxnChg>
      </pc:sldChg>
      <pc:sldChg chg="add del replId">
        <pc:chgData name="게스트 사용자" userId="S::urn:spo:anon#d191b05c30ec65b35b6aa60483cfc99bac347d17f41ae877dc451e9747cf0b58::" providerId="AD" clId="Web-{7D9945C3-B876-941E-C026-0BFE83227158}" dt="2025-04-01T00:19:55.379" v="30"/>
        <pc:sldMkLst>
          <pc:docMk/>
          <pc:sldMk cId="2981836281" sldId="856"/>
        </pc:sldMkLst>
      </pc:sldChg>
    </pc:docChg>
  </pc:docChgLst>
  <pc:docChgLst>
    <pc:chgData name="신현주" userId="S::hjs2203@kico.co.kr::03faa449-58e2-4658-98fd-93ab2a07938e" providerId="AD" clId="Web-{65E000B1-CDB0-423B-8CE0-D2920A31DFC3}"/>
    <pc:docChg chg="addSld delSld modSld sldOrd addSection modSection">
      <pc:chgData name="신현주" userId="S::hjs2203@kico.co.kr::03faa449-58e2-4658-98fd-93ab2a07938e" providerId="AD" clId="Web-{65E000B1-CDB0-423B-8CE0-D2920A31DFC3}" dt="2025-04-01T01:23:42.163" v="1560"/>
      <pc:docMkLst>
        <pc:docMk/>
      </pc:docMkLst>
      <pc:sldChg chg="modSp ord">
        <pc:chgData name="신현주" userId="S::hjs2203@kico.co.kr::03faa449-58e2-4658-98fd-93ab2a07938e" providerId="AD" clId="Web-{65E000B1-CDB0-423B-8CE0-D2920A31DFC3}" dt="2025-04-01T00:23:23.303" v="10" actId="20577"/>
        <pc:sldMkLst>
          <pc:docMk/>
          <pc:sldMk cId="1181949340" sldId="838"/>
        </pc:sldMkLst>
        <pc:spChg chg="mod">
          <ac:chgData name="신현주" userId="S::hjs2203@kico.co.kr::03faa449-58e2-4658-98fd-93ab2a07938e" providerId="AD" clId="Web-{65E000B1-CDB0-423B-8CE0-D2920A31DFC3}" dt="2025-04-01T00:23:23.303" v="10" actId="20577"/>
          <ac:spMkLst>
            <pc:docMk/>
            <pc:sldMk cId="1181949340" sldId="838"/>
            <ac:spMk id="10242" creationId="{44F31D86-5006-E45E-6643-E731BE5D7EC0}"/>
          </ac:spMkLst>
        </pc:spChg>
      </pc:sldChg>
      <pc:sldChg chg="del">
        <pc:chgData name="신현주" userId="S::hjs2203@kico.co.kr::03faa449-58e2-4658-98fd-93ab2a07938e" providerId="AD" clId="Web-{65E000B1-CDB0-423B-8CE0-D2920A31DFC3}" dt="2025-04-01T00:54:26.594" v="583"/>
        <pc:sldMkLst>
          <pc:docMk/>
          <pc:sldMk cId="2379410522" sldId="850"/>
        </pc:sldMkLst>
      </pc:sldChg>
      <pc:sldChg chg="modSp add replId">
        <pc:chgData name="신현주" userId="S::hjs2203@kico.co.kr::03faa449-58e2-4658-98fd-93ab2a07938e" providerId="AD" clId="Web-{65E000B1-CDB0-423B-8CE0-D2920A31DFC3}" dt="2025-04-01T00:23:11.428" v="7" actId="20577"/>
        <pc:sldMkLst>
          <pc:docMk/>
          <pc:sldMk cId="1528855083" sldId="857"/>
        </pc:sldMkLst>
        <pc:spChg chg="mod">
          <ac:chgData name="신현주" userId="S::hjs2203@kico.co.kr::03faa449-58e2-4658-98fd-93ab2a07938e" providerId="AD" clId="Web-{65E000B1-CDB0-423B-8CE0-D2920A31DFC3}" dt="2025-04-01T00:23:11.428" v="7" actId="20577"/>
          <ac:spMkLst>
            <pc:docMk/>
            <pc:sldMk cId="1528855083" sldId="857"/>
            <ac:spMk id="10242" creationId="{D864BB11-C596-5F8D-0DDE-D76CB4634F96}"/>
          </ac:spMkLst>
        </pc:spChg>
      </pc:sldChg>
      <pc:sldChg chg="addSp delSp modSp add replId">
        <pc:chgData name="신현주" userId="S::hjs2203@kico.co.kr::03faa449-58e2-4658-98fd-93ab2a07938e" providerId="AD" clId="Web-{65E000B1-CDB0-423B-8CE0-D2920A31DFC3}" dt="2025-04-01T00:42:39.167" v="335"/>
        <pc:sldMkLst>
          <pc:docMk/>
          <pc:sldMk cId="207367586" sldId="858"/>
        </pc:sldMkLst>
        <pc:spChg chg="add mod">
          <ac:chgData name="신현주" userId="S::hjs2203@kico.co.kr::03faa449-58e2-4658-98fd-93ab2a07938e" providerId="AD" clId="Web-{65E000B1-CDB0-423B-8CE0-D2920A31DFC3}" dt="2025-04-01T00:41:08.461" v="294" actId="20577"/>
          <ac:spMkLst>
            <pc:docMk/>
            <pc:sldMk cId="207367586" sldId="858"/>
            <ac:spMk id="4" creationId="{D70AB8C3-5D7D-2C54-B4B5-6D723381F803}"/>
          </ac:spMkLst>
        </pc:spChg>
        <pc:spChg chg="add mod">
          <ac:chgData name="신현주" userId="S::hjs2203@kico.co.kr::03faa449-58e2-4658-98fd-93ab2a07938e" providerId="AD" clId="Web-{65E000B1-CDB0-423B-8CE0-D2920A31DFC3}" dt="2025-04-01T00:41:54.134" v="303" actId="1076"/>
          <ac:spMkLst>
            <pc:docMk/>
            <pc:sldMk cId="207367586" sldId="858"/>
            <ac:spMk id="6" creationId="{3E068916-CA6C-17D6-C61E-EBA68974EE33}"/>
          </ac:spMkLst>
        </pc:spChg>
        <pc:spChg chg="add mod">
          <ac:chgData name="신현주" userId="S::hjs2203@kico.co.kr::03faa449-58e2-4658-98fd-93ab2a07938e" providerId="AD" clId="Web-{65E000B1-CDB0-423B-8CE0-D2920A31DFC3}" dt="2025-04-01T00:42:14.369" v="317" actId="20577"/>
          <ac:spMkLst>
            <pc:docMk/>
            <pc:sldMk cId="207367586" sldId="858"/>
            <ac:spMk id="7" creationId="{10CA288F-D821-8AFD-373E-2AE10B7EDF3D}"/>
          </ac:spMkLst>
        </pc:spChg>
        <pc:spChg chg="add del mod">
          <ac:chgData name="신현주" userId="S::hjs2203@kico.co.kr::03faa449-58e2-4658-98fd-93ab2a07938e" providerId="AD" clId="Web-{65E000B1-CDB0-423B-8CE0-D2920A31DFC3}" dt="2025-04-01T00:42:36.823" v="333"/>
          <ac:spMkLst>
            <pc:docMk/>
            <pc:sldMk cId="207367586" sldId="858"/>
            <ac:spMk id="8" creationId="{1B9543FD-DDFD-B821-B0DB-C97A916CB147}"/>
          </ac:spMkLst>
        </pc:spChg>
        <pc:spChg chg="add del mod">
          <ac:chgData name="신현주" userId="S::hjs2203@kico.co.kr::03faa449-58e2-4658-98fd-93ab2a07938e" providerId="AD" clId="Web-{65E000B1-CDB0-423B-8CE0-D2920A31DFC3}" dt="2025-04-01T00:42:39.167" v="335"/>
          <ac:spMkLst>
            <pc:docMk/>
            <pc:sldMk cId="207367586" sldId="858"/>
            <ac:spMk id="32" creationId="{F71CBD3B-B5CA-F7FD-7A26-C3BD804801E6}"/>
          </ac:spMkLst>
        </pc:spChg>
        <pc:spChg chg="del">
          <ac:chgData name="신현주" userId="S::hjs2203@kico.co.kr::03faa449-58e2-4658-98fd-93ab2a07938e" providerId="AD" clId="Web-{65E000B1-CDB0-423B-8CE0-D2920A31DFC3}" dt="2025-04-01T00:28:22.062" v="28"/>
          <ac:spMkLst>
            <pc:docMk/>
            <pc:sldMk cId="207367586" sldId="858"/>
            <ac:spMk id="39" creationId="{8F906948-719E-30B6-1248-F6A7EC18790A}"/>
          </ac:spMkLst>
        </pc:spChg>
        <pc:spChg chg="add del mod">
          <ac:chgData name="신현주" userId="S::hjs2203@kico.co.kr::03faa449-58e2-4658-98fd-93ab2a07938e" providerId="AD" clId="Web-{65E000B1-CDB0-423B-8CE0-D2920A31DFC3}" dt="2025-04-01T00:42:35.573" v="332"/>
          <ac:spMkLst>
            <pc:docMk/>
            <pc:sldMk cId="207367586" sldId="858"/>
            <ac:spMk id="40" creationId="{E4A43FBB-06D6-BB2D-F34C-3C5A3884A337}"/>
          </ac:spMkLst>
        </pc:spChg>
        <pc:spChg chg="add del">
          <ac:chgData name="신현주" userId="S::hjs2203@kico.co.kr::03faa449-58e2-4658-98fd-93ab2a07938e" providerId="AD" clId="Web-{65E000B1-CDB0-423B-8CE0-D2920A31DFC3}" dt="2025-04-01T00:28:42.672" v="57"/>
          <ac:spMkLst>
            <pc:docMk/>
            <pc:sldMk cId="207367586" sldId="858"/>
            <ac:spMk id="41" creationId="{27D013E7-24CF-4CEF-FFBD-7D94F505AF60}"/>
          </ac:spMkLst>
        </pc:spChg>
        <pc:spChg chg="add del">
          <ac:chgData name="신현주" userId="S::hjs2203@kico.co.kr::03faa449-58e2-4658-98fd-93ab2a07938e" providerId="AD" clId="Web-{65E000B1-CDB0-423B-8CE0-D2920A31DFC3}" dt="2025-04-01T00:28:40.454" v="54"/>
          <ac:spMkLst>
            <pc:docMk/>
            <pc:sldMk cId="207367586" sldId="858"/>
            <ac:spMk id="42" creationId="{17ADF965-0DA6-57AC-B878-8CC42D8132CA}"/>
          </ac:spMkLst>
        </pc:spChg>
        <pc:spChg chg="add del">
          <ac:chgData name="신현주" userId="S::hjs2203@kico.co.kr::03faa449-58e2-4658-98fd-93ab2a07938e" providerId="AD" clId="Web-{65E000B1-CDB0-423B-8CE0-D2920A31DFC3}" dt="2025-04-01T00:28:41.563" v="55"/>
          <ac:spMkLst>
            <pc:docMk/>
            <pc:sldMk cId="207367586" sldId="858"/>
            <ac:spMk id="43" creationId="{E0E888E9-5351-36F6-F2D0-82A4286335E5}"/>
          </ac:spMkLst>
        </pc:spChg>
        <pc:spChg chg="mod">
          <ac:chgData name="신현주" userId="S::hjs2203@kico.co.kr::03faa449-58e2-4658-98fd-93ab2a07938e" providerId="AD" clId="Web-{65E000B1-CDB0-423B-8CE0-D2920A31DFC3}" dt="2025-04-01T00:40:15.537" v="273" actId="20577"/>
          <ac:spMkLst>
            <pc:docMk/>
            <pc:sldMk cId="207367586" sldId="858"/>
            <ac:spMk id="12290" creationId="{A34E7C8E-DED3-1C89-6C77-6715F923FF77}"/>
          </ac:spMkLst>
        </pc:spChg>
        <pc:spChg chg="add del">
          <ac:chgData name="신현주" userId="S::hjs2203@kico.co.kr::03faa449-58e2-4658-98fd-93ab2a07938e" providerId="AD" clId="Web-{65E000B1-CDB0-423B-8CE0-D2920A31DFC3}" dt="2025-04-01T00:28:25.797" v="39"/>
          <ac:spMkLst>
            <pc:docMk/>
            <pc:sldMk cId="207367586" sldId="858"/>
            <ac:spMk id="12292" creationId="{A6C025BC-699F-9439-EECA-E18C255EBCFB}"/>
          </ac:spMkLst>
        </pc:spChg>
        <pc:spChg chg="add del">
          <ac:chgData name="신현주" userId="S::hjs2203@kico.co.kr::03faa449-58e2-4658-98fd-93ab2a07938e" providerId="AD" clId="Web-{65E000B1-CDB0-423B-8CE0-D2920A31DFC3}" dt="2025-04-01T00:28:25.797" v="40"/>
          <ac:spMkLst>
            <pc:docMk/>
            <pc:sldMk cId="207367586" sldId="858"/>
            <ac:spMk id="12295" creationId="{06BDEC72-E4BB-ACF6-1DC9-B985EF06D551}"/>
          </ac:spMkLst>
        </pc:spChg>
        <pc:spChg chg="mod">
          <ac:chgData name="신현주" userId="S::hjs2203@kico.co.kr::03faa449-58e2-4658-98fd-93ab2a07938e" providerId="AD" clId="Web-{65E000B1-CDB0-423B-8CE0-D2920A31DFC3}" dt="2025-04-01T00:42:32.104" v="331" actId="20577"/>
          <ac:spMkLst>
            <pc:docMk/>
            <pc:sldMk cId="207367586" sldId="858"/>
            <ac:spMk id="12296" creationId="{CDBC1861-7509-DC0A-63DA-BBD3B115BFF5}"/>
          </ac:spMkLst>
        </pc:spChg>
        <pc:spChg chg="mod">
          <ac:chgData name="신현주" userId="S::hjs2203@kico.co.kr::03faa449-58e2-4658-98fd-93ab2a07938e" providerId="AD" clId="Web-{65E000B1-CDB0-423B-8CE0-D2920A31DFC3}" dt="2025-04-01T00:28:06.749" v="23" actId="20577"/>
          <ac:spMkLst>
            <pc:docMk/>
            <pc:sldMk cId="207367586" sldId="858"/>
            <ac:spMk id="12297" creationId="{10979F01-869C-94F5-874E-A0C583C61F98}"/>
          </ac:spMkLst>
        </pc:spChg>
        <pc:spChg chg="mod">
          <ac:chgData name="신현주" userId="S::hjs2203@kico.co.kr::03faa449-58e2-4658-98fd-93ab2a07938e" providerId="AD" clId="Web-{65E000B1-CDB0-423B-8CE0-D2920A31DFC3}" dt="2025-04-01T00:40:25.881" v="284" actId="20577"/>
          <ac:spMkLst>
            <pc:docMk/>
            <pc:sldMk cId="207367586" sldId="858"/>
            <ac:spMk id="12298" creationId="{ADD63BEB-8797-26FD-5795-06CAA0E26FB2}"/>
          </ac:spMkLst>
        </pc:spChg>
        <pc:spChg chg="mod">
          <ac:chgData name="신현주" userId="S::hjs2203@kico.co.kr::03faa449-58e2-4658-98fd-93ab2a07938e" providerId="AD" clId="Web-{65E000B1-CDB0-423B-8CE0-D2920A31DFC3}" dt="2025-04-01T00:40:32.835" v="290" actId="20577"/>
          <ac:spMkLst>
            <pc:docMk/>
            <pc:sldMk cId="207367586" sldId="858"/>
            <ac:spMk id="12300" creationId="{C88FAC21-ADC4-E373-B97D-1567E8178829}"/>
          </ac:spMkLst>
        </pc:spChg>
        <pc:grpChg chg="del mod">
          <ac:chgData name="신현주" userId="S::hjs2203@kico.co.kr::03faa449-58e2-4658-98fd-93ab2a07938e" providerId="AD" clId="Web-{65E000B1-CDB0-423B-8CE0-D2920A31DFC3}" dt="2025-04-01T00:28:19.922" v="26"/>
          <ac:grpSpMkLst>
            <pc:docMk/>
            <pc:sldMk cId="207367586" sldId="858"/>
            <ac:grpSpMk id="36" creationId="{CF482255-66BB-AFAA-34BD-7DC2004AB1B7}"/>
          </ac:grpSpMkLst>
        </pc:grpChg>
        <pc:grpChg chg="del">
          <ac:chgData name="신현주" userId="S::hjs2203@kico.co.kr::03faa449-58e2-4658-98fd-93ab2a07938e" providerId="AD" clId="Web-{65E000B1-CDB0-423B-8CE0-D2920A31DFC3}" dt="2025-04-01T00:28:20.375" v="27"/>
          <ac:grpSpMkLst>
            <pc:docMk/>
            <pc:sldMk cId="207367586" sldId="858"/>
            <ac:grpSpMk id="37" creationId="{DC785C9D-2A5C-ABED-CA37-4B9A78970F64}"/>
          </ac:grpSpMkLst>
        </pc:grpChg>
        <pc:picChg chg="add mod">
          <ac:chgData name="신현주" userId="S::hjs2203@kico.co.kr::03faa449-58e2-4658-98fd-93ab2a07938e" providerId="AD" clId="Web-{65E000B1-CDB0-423B-8CE0-D2920A31DFC3}" dt="2025-04-01T00:39:49.224" v="253" actId="14100"/>
          <ac:picMkLst>
            <pc:docMk/>
            <pc:sldMk cId="207367586" sldId="858"/>
            <ac:picMk id="2" creationId="{8F73735B-C902-6532-981B-695AB96D100B}"/>
          </ac:picMkLst>
        </pc:picChg>
        <pc:picChg chg="del">
          <ac:chgData name="신현주" userId="S::hjs2203@kico.co.kr::03faa449-58e2-4658-98fd-93ab2a07938e" providerId="AD" clId="Web-{65E000B1-CDB0-423B-8CE0-D2920A31DFC3}" dt="2025-04-01T00:28:10.187" v="24"/>
          <ac:picMkLst>
            <pc:docMk/>
            <pc:sldMk cId="207367586" sldId="858"/>
            <ac:picMk id="3" creationId="{FE97D650-4F4C-2D76-63F0-E4B504A5ADAC}"/>
          </ac:picMkLst>
        </pc:picChg>
        <pc:cxnChg chg="add del mod">
          <ac:chgData name="신현주" userId="S::hjs2203@kico.co.kr::03faa449-58e2-4658-98fd-93ab2a07938e" providerId="AD" clId="Web-{65E000B1-CDB0-423B-8CE0-D2920A31DFC3}" dt="2025-04-01T00:42:37.635" v="334"/>
          <ac:cxnSpMkLst>
            <pc:docMk/>
            <pc:sldMk cId="207367586" sldId="858"/>
            <ac:cxnSpMk id="14" creationId="{0C7E38A6-7367-0AB6-927A-C7B5BA8D7783}"/>
          </ac:cxnSpMkLst>
        </pc:cxnChg>
        <pc:cxnChg chg="add del mod">
          <ac:chgData name="신현주" userId="S::hjs2203@kico.co.kr::03faa449-58e2-4658-98fd-93ab2a07938e" providerId="AD" clId="Web-{65E000B1-CDB0-423B-8CE0-D2920A31DFC3}" dt="2025-04-01T00:28:42.094" v="56"/>
          <ac:cxnSpMkLst>
            <pc:docMk/>
            <pc:sldMk cId="207367586" sldId="858"/>
            <ac:cxnSpMk id="24" creationId="{3BDFD14B-CC5F-FFEE-7957-9F94D39B4110}"/>
          </ac:cxnSpMkLst>
        </pc:cxnChg>
      </pc:sldChg>
      <pc:sldChg chg="addSp delSp modSp add replId">
        <pc:chgData name="신현주" userId="S::hjs2203@kico.co.kr::03faa449-58e2-4658-98fd-93ab2a07938e" providerId="AD" clId="Web-{65E000B1-CDB0-423B-8CE0-D2920A31DFC3}" dt="2025-04-01T00:43:09.371" v="344" actId="20577"/>
        <pc:sldMkLst>
          <pc:docMk/>
          <pc:sldMk cId="4002735897" sldId="861"/>
        </pc:sldMkLst>
        <pc:spChg chg="add mod">
          <ac:chgData name="신현주" userId="S::hjs2203@kico.co.kr::03faa449-58e2-4658-98fd-93ab2a07938e" providerId="AD" clId="Web-{65E000B1-CDB0-423B-8CE0-D2920A31DFC3}" dt="2025-04-01T00:38:21.049" v="239" actId="1076"/>
          <ac:spMkLst>
            <pc:docMk/>
            <pc:sldMk cId="4002735897" sldId="861"/>
            <ac:spMk id="3" creationId="{2EA5BBA0-137A-96AB-7DA9-5077D4A5BFD8}"/>
          </ac:spMkLst>
        </pc:spChg>
        <pc:spChg chg="mod">
          <ac:chgData name="신현주" userId="S::hjs2203@kico.co.kr::03faa449-58e2-4658-98fd-93ab2a07938e" providerId="AD" clId="Web-{65E000B1-CDB0-423B-8CE0-D2920A31DFC3}" dt="2025-04-01T00:38:17.174" v="238" actId="1076"/>
          <ac:spMkLst>
            <pc:docMk/>
            <pc:sldMk cId="4002735897" sldId="861"/>
            <ac:spMk id="8" creationId="{3C1F6362-E682-CAB6-00E5-D795A67D4C40}"/>
          </ac:spMkLst>
        </pc:spChg>
        <pc:spChg chg="add mod">
          <ac:chgData name="신현주" userId="S::hjs2203@kico.co.kr::03faa449-58e2-4658-98fd-93ab2a07938e" providerId="AD" clId="Web-{65E000B1-CDB0-423B-8CE0-D2920A31DFC3}" dt="2025-04-01T00:38:41.722" v="245" actId="1076"/>
          <ac:spMkLst>
            <pc:docMk/>
            <pc:sldMk cId="4002735897" sldId="861"/>
            <ac:spMk id="9" creationId="{5F03288F-7F46-23C2-F7F9-1173C6E7FF86}"/>
          </ac:spMkLst>
        </pc:spChg>
        <pc:spChg chg="del mod">
          <ac:chgData name="신현주" userId="S::hjs2203@kico.co.kr::03faa449-58e2-4658-98fd-93ab2a07938e" providerId="AD" clId="Web-{65E000B1-CDB0-423B-8CE0-D2920A31DFC3}" dt="2025-04-01T00:38:54.754" v="250"/>
          <ac:spMkLst>
            <pc:docMk/>
            <pc:sldMk cId="4002735897" sldId="861"/>
            <ac:spMk id="32" creationId="{84196AA6-B38B-FD73-FD06-19EFF84B0E57}"/>
          </ac:spMkLst>
        </pc:spChg>
        <pc:spChg chg="del mod">
          <ac:chgData name="신현주" userId="S::hjs2203@kico.co.kr::03faa449-58e2-4658-98fd-93ab2a07938e" providerId="AD" clId="Web-{65E000B1-CDB0-423B-8CE0-D2920A31DFC3}" dt="2025-04-01T00:38:52.035" v="248"/>
          <ac:spMkLst>
            <pc:docMk/>
            <pc:sldMk cId="4002735897" sldId="861"/>
            <ac:spMk id="40" creationId="{E45A4600-5464-9A33-914C-A5206EAFA31B}"/>
          </ac:spMkLst>
        </pc:spChg>
        <pc:spChg chg="mod ord">
          <ac:chgData name="신현주" userId="S::hjs2203@kico.co.kr::03faa449-58e2-4658-98fd-93ab2a07938e" providerId="AD" clId="Web-{65E000B1-CDB0-423B-8CE0-D2920A31DFC3}" dt="2025-04-01T00:43:09.371" v="344" actId="20577"/>
          <ac:spMkLst>
            <pc:docMk/>
            <pc:sldMk cId="4002735897" sldId="861"/>
            <ac:spMk id="12290" creationId="{D4C95C80-7CE1-7133-BAD2-FEBAD2C25A8B}"/>
          </ac:spMkLst>
        </pc:spChg>
        <pc:spChg chg="mod">
          <ac:chgData name="신현주" userId="S::hjs2203@kico.co.kr::03faa449-58e2-4658-98fd-93ab2a07938e" providerId="AD" clId="Web-{65E000B1-CDB0-423B-8CE0-D2920A31DFC3}" dt="2025-04-01T00:35:02.200" v="213" actId="1076"/>
          <ac:spMkLst>
            <pc:docMk/>
            <pc:sldMk cId="4002735897" sldId="861"/>
            <ac:spMk id="12292" creationId="{2B7915FA-F07F-120A-C4D8-8BF8CB5DA50E}"/>
          </ac:spMkLst>
        </pc:spChg>
        <pc:spChg chg="mod">
          <ac:chgData name="신현주" userId="S::hjs2203@kico.co.kr::03faa449-58e2-4658-98fd-93ab2a07938e" providerId="AD" clId="Web-{65E000B1-CDB0-423B-8CE0-D2920A31DFC3}" dt="2025-04-01T00:38:45.253" v="246" actId="20577"/>
          <ac:spMkLst>
            <pc:docMk/>
            <pc:sldMk cId="4002735897" sldId="861"/>
            <ac:spMk id="12296" creationId="{FA665397-819F-94A8-5480-7339AED8EBBC}"/>
          </ac:spMkLst>
        </pc:spChg>
        <pc:spChg chg="mod">
          <ac:chgData name="신현주" userId="S::hjs2203@kico.co.kr::03faa449-58e2-4658-98fd-93ab2a07938e" providerId="AD" clId="Web-{65E000B1-CDB0-423B-8CE0-D2920A31DFC3}" dt="2025-04-01T00:30:24.597" v="90" actId="14100"/>
          <ac:spMkLst>
            <pc:docMk/>
            <pc:sldMk cId="4002735897" sldId="861"/>
            <ac:spMk id="12297" creationId="{B1E91199-75D9-F620-BB4F-4BF1E9805309}"/>
          </ac:spMkLst>
        </pc:spChg>
        <pc:spChg chg="mod">
          <ac:chgData name="신현주" userId="S::hjs2203@kico.co.kr::03faa449-58e2-4658-98fd-93ab2a07938e" providerId="AD" clId="Web-{65E000B1-CDB0-423B-8CE0-D2920A31DFC3}" dt="2025-04-01T00:30:47.114" v="102" actId="20577"/>
          <ac:spMkLst>
            <pc:docMk/>
            <pc:sldMk cId="4002735897" sldId="861"/>
            <ac:spMk id="12298" creationId="{3248F2C2-6669-E57A-2F4A-830958FCF2F5}"/>
          </ac:spMkLst>
        </pc:spChg>
        <pc:spChg chg="mod">
          <ac:chgData name="신현주" userId="S::hjs2203@kico.co.kr::03faa449-58e2-4658-98fd-93ab2a07938e" providerId="AD" clId="Web-{65E000B1-CDB0-423B-8CE0-D2920A31DFC3}" dt="2025-04-01T00:30:52.692" v="106" actId="20577"/>
          <ac:spMkLst>
            <pc:docMk/>
            <pc:sldMk cId="4002735897" sldId="861"/>
            <ac:spMk id="12300" creationId="{0BEF767A-B817-4F69-1FA3-7E932C0B4024}"/>
          </ac:spMkLst>
        </pc:spChg>
        <pc:picChg chg="add del mod ord modCrop">
          <ac:chgData name="신현주" userId="S::hjs2203@kico.co.kr::03faa449-58e2-4658-98fd-93ab2a07938e" providerId="AD" clId="Web-{65E000B1-CDB0-423B-8CE0-D2920A31DFC3}" dt="2025-04-01T00:35:30.263" v="217"/>
          <ac:picMkLst>
            <pc:docMk/>
            <pc:sldMk cId="4002735897" sldId="861"/>
            <ac:picMk id="2" creationId="{70DA4E11-92F2-28FD-E61D-74942147305F}"/>
          </ac:picMkLst>
        </pc:picChg>
        <pc:picChg chg="add mod ord">
          <ac:chgData name="신현주" userId="S::hjs2203@kico.co.kr::03faa449-58e2-4658-98fd-93ab2a07938e" providerId="AD" clId="Web-{65E000B1-CDB0-423B-8CE0-D2920A31DFC3}" dt="2025-04-01T00:38:14.424" v="237"/>
          <ac:picMkLst>
            <pc:docMk/>
            <pc:sldMk cId="4002735897" sldId="861"/>
            <ac:picMk id="4" creationId="{5BD85213-9B32-62FE-0ADC-1204B380B49B}"/>
          </ac:picMkLst>
        </pc:picChg>
        <pc:picChg chg="add mod">
          <ac:chgData name="신현주" userId="S::hjs2203@kico.co.kr::03faa449-58e2-4658-98fd-93ab2a07938e" providerId="AD" clId="Web-{65E000B1-CDB0-423B-8CE0-D2920A31DFC3}" dt="2025-04-01T00:38:05.955" v="235" actId="1076"/>
          <ac:picMkLst>
            <pc:docMk/>
            <pc:sldMk cId="4002735897" sldId="861"/>
            <ac:picMk id="7" creationId="{17843C46-74A1-817C-2C47-9A17BCA534C9}"/>
          </ac:picMkLst>
        </pc:picChg>
        <pc:cxnChg chg="add mod">
          <ac:chgData name="신현주" userId="S::hjs2203@kico.co.kr::03faa449-58e2-4658-98fd-93ab2a07938e" providerId="AD" clId="Web-{65E000B1-CDB0-423B-8CE0-D2920A31DFC3}" dt="2025-04-01T00:38:00.611" v="233" actId="14100"/>
          <ac:cxnSpMkLst>
            <pc:docMk/>
            <pc:sldMk cId="4002735897" sldId="861"/>
            <ac:cxnSpMk id="6" creationId="{A4224D4A-420B-4EE3-FD29-F707719848B0}"/>
          </ac:cxnSpMkLst>
        </pc:cxnChg>
        <pc:cxnChg chg="del mod">
          <ac:chgData name="신현주" userId="S::hjs2203@kico.co.kr::03faa449-58e2-4658-98fd-93ab2a07938e" providerId="AD" clId="Web-{65E000B1-CDB0-423B-8CE0-D2920A31DFC3}" dt="2025-04-01T00:38:54.019" v="249"/>
          <ac:cxnSpMkLst>
            <pc:docMk/>
            <pc:sldMk cId="4002735897" sldId="861"/>
            <ac:cxnSpMk id="14" creationId="{AEF96CC8-6179-D7A9-AD3A-09DBE81C453E}"/>
          </ac:cxnSpMkLst>
        </pc:cxnChg>
      </pc:sldChg>
      <pc:sldChg chg="addSp delSp modSp add replId">
        <pc:chgData name="신현주" userId="S::hjs2203@kico.co.kr::03faa449-58e2-4658-98fd-93ab2a07938e" providerId="AD" clId="Web-{65E000B1-CDB0-423B-8CE0-D2920A31DFC3}" dt="2025-04-01T01:07:28.462" v="888" actId="1076"/>
        <pc:sldMkLst>
          <pc:docMk/>
          <pc:sldMk cId="1968396219" sldId="870"/>
        </pc:sldMkLst>
        <pc:spChg chg="mod">
          <ac:chgData name="신현주" userId="S::hjs2203@kico.co.kr::03faa449-58e2-4658-98fd-93ab2a07938e" providerId="AD" clId="Web-{65E000B1-CDB0-423B-8CE0-D2920A31DFC3}" dt="2025-04-01T00:57:51.585" v="614" actId="1076"/>
          <ac:spMkLst>
            <pc:docMk/>
            <pc:sldMk cId="1968396219" sldId="870"/>
            <ac:spMk id="4" creationId="{944C6108-8108-8ABB-B68B-B4D743A1EF09}"/>
          </ac:spMkLst>
        </pc:spChg>
        <pc:spChg chg="mod">
          <ac:chgData name="신현주" userId="S::hjs2203@kico.co.kr::03faa449-58e2-4658-98fd-93ab2a07938e" providerId="AD" clId="Web-{65E000B1-CDB0-423B-8CE0-D2920A31DFC3}" dt="2025-04-01T01:06:50.961" v="858" actId="1076"/>
          <ac:spMkLst>
            <pc:docMk/>
            <pc:sldMk cId="1968396219" sldId="870"/>
            <ac:spMk id="6" creationId="{2D7122A2-DC73-7983-D20A-933BE7396581}"/>
          </ac:spMkLst>
        </pc:spChg>
        <pc:spChg chg="mod">
          <ac:chgData name="신현주" userId="S::hjs2203@kico.co.kr::03faa449-58e2-4658-98fd-93ab2a07938e" providerId="AD" clId="Web-{65E000B1-CDB0-423B-8CE0-D2920A31DFC3}" dt="2025-04-01T01:07:26.337" v="887" actId="1076"/>
          <ac:spMkLst>
            <pc:docMk/>
            <pc:sldMk cId="1968396219" sldId="870"/>
            <ac:spMk id="7" creationId="{ABB0E01F-D642-243B-93DC-71938E508409}"/>
          </ac:spMkLst>
        </pc:spChg>
        <pc:spChg chg="add mod">
          <ac:chgData name="신현주" userId="S::hjs2203@kico.co.kr::03faa449-58e2-4658-98fd-93ab2a07938e" providerId="AD" clId="Web-{65E000B1-CDB0-423B-8CE0-D2920A31DFC3}" dt="2025-04-01T00:57:29.740" v="609" actId="14100"/>
          <ac:spMkLst>
            <pc:docMk/>
            <pc:sldMk cId="1968396219" sldId="870"/>
            <ac:spMk id="14" creationId="{35361D96-892A-383A-9D2E-C052B752CEE7}"/>
          </ac:spMkLst>
        </pc:spChg>
        <pc:spChg chg="add mod">
          <ac:chgData name="신현주" userId="S::hjs2203@kico.co.kr::03faa449-58e2-4658-98fd-93ab2a07938e" providerId="AD" clId="Web-{65E000B1-CDB0-423B-8CE0-D2920A31DFC3}" dt="2025-04-01T00:57:39.350" v="611" actId="1076"/>
          <ac:spMkLst>
            <pc:docMk/>
            <pc:sldMk cId="1968396219" sldId="870"/>
            <ac:spMk id="15" creationId="{28FE4A34-7A64-4422-C2F5-4F7B2B94BD25}"/>
          </ac:spMkLst>
        </pc:spChg>
        <pc:spChg chg="add mod">
          <ac:chgData name="신현주" userId="S::hjs2203@kico.co.kr::03faa449-58e2-4658-98fd-93ab2a07938e" providerId="AD" clId="Web-{65E000B1-CDB0-423B-8CE0-D2920A31DFC3}" dt="2025-04-01T01:07:28.462" v="888" actId="1076"/>
          <ac:spMkLst>
            <pc:docMk/>
            <pc:sldMk cId="1968396219" sldId="870"/>
            <ac:spMk id="16" creationId="{E43FB51B-03FF-F7A3-3577-0B8A4EFDDBFF}"/>
          </ac:spMkLst>
        </pc:spChg>
        <pc:spChg chg="add mod">
          <ac:chgData name="신현주" userId="S::hjs2203@kico.co.kr::03faa449-58e2-4658-98fd-93ab2a07938e" providerId="AD" clId="Web-{65E000B1-CDB0-423B-8CE0-D2920A31DFC3}" dt="2025-04-01T01:02:25.499" v="807" actId="20577"/>
          <ac:spMkLst>
            <pc:docMk/>
            <pc:sldMk cId="1968396219" sldId="870"/>
            <ac:spMk id="17" creationId="{471F6D03-CBCF-37E6-C470-E04898AA61E3}"/>
          </ac:spMkLst>
        </pc:spChg>
        <pc:spChg chg="mod">
          <ac:chgData name="신현주" userId="S::hjs2203@kico.co.kr::03faa449-58e2-4658-98fd-93ab2a07938e" providerId="AD" clId="Web-{65E000B1-CDB0-423B-8CE0-D2920A31DFC3}" dt="2025-04-01T00:44:03.982" v="370" actId="20577"/>
          <ac:spMkLst>
            <pc:docMk/>
            <pc:sldMk cId="1968396219" sldId="870"/>
            <ac:spMk id="12290" creationId="{3D7A53C0-B9F0-CF61-02B8-AC82BD56B475}"/>
          </ac:spMkLst>
        </pc:spChg>
        <pc:spChg chg="mod">
          <ac:chgData name="신현주" userId="S::hjs2203@kico.co.kr::03faa449-58e2-4658-98fd-93ab2a07938e" providerId="AD" clId="Web-{65E000B1-CDB0-423B-8CE0-D2920A31DFC3}" dt="2025-04-01T01:07:20.493" v="885" actId="20577"/>
          <ac:spMkLst>
            <pc:docMk/>
            <pc:sldMk cId="1968396219" sldId="870"/>
            <ac:spMk id="12296" creationId="{45290EBE-5B5F-4CCF-5FB8-E2FB2D176ED0}"/>
          </ac:spMkLst>
        </pc:spChg>
        <pc:spChg chg="mod">
          <ac:chgData name="신현주" userId="S::hjs2203@kico.co.kr::03faa449-58e2-4658-98fd-93ab2a07938e" providerId="AD" clId="Web-{65E000B1-CDB0-423B-8CE0-D2920A31DFC3}" dt="2025-04-01T00:43:49.841" v="362" actId="20577"/>
          <ac:spMkLst>
            <pc:docMk/>
            <pc:sldMk cId="1968396219" sldId="870"/>
            <ac:spMk id="12297" creationId="{FC758219-CDD8-3225-7593-C4CA9BF1062A}"/>
          </ac:spMkLst>
        </pc:spChg>
        <pc:spChg chg="mod">
          <ac:chgData name="신현주" userId="S::hjs2203@kico.co.kr::03faa449-58e2-4658-98fd-93ab2a07938e" providerId="AD" clId="Web-{65E000B1-CDB0-423B-8CE0-D2920A31DFC3}" dt="2025-04-01T00:44:30.654" v="401" actId="20577"/>
          <ac:spMkLst>
            <pc:docMk/>
            <pc:sldMk cId="1968396219" sldId="870"/>
            <ac:spMk id="12298" creationId="{6AC49256-48D2-765D-8281-E1AAF6BACDEC}"/>
          </ac:spMkLst>
        </pc:spChg>
        <pc:picChg chg="del">
          <ac:chgData name="신현주" userId="S::hjs2203@kico.co.kr::03faa449-58e2-4658-98fd-93ab2a07938e" providerId="AD" clId="Web-{65E000B1-CDB0-423B-8CE0-D2920A31DFC3}" dt="2025-04-01T00:44:50.327" v="402"/>
          <ac:picMkLst>
            <pc:docMk/>
            <pc:sldMk cId="1968396219" sldId="870"/>
            <ac:picMk id="2" creationId="{1D44C26E-544D-0C29-7C41-A738360BF354}"/>
          </ac:picMkLst>
        </pc:picChg>
        <pc:picChg chg="add mod ord">
          <ac:chgData name="신현주" userId="S::hjs2203@kico.co.kr::03faa449-58e2-4658-98fd-93ab2a07938e" providerId="AD" clId="Web-{65E000B1-CDB0-423B-8CE0-D2920A31DFC3}" dt="2025-04-01T00:57:47.757" v="613"/>
          <ac:picMkLst>
            <pc:docMk/>
            <pc:sldMk cId="1968396219" sldId="870"/>
            <ac:picMk id="3" creationId="{E8450121-9062-E978-4407-281DC4DFD1A0}"/>
          </ac:picMkLst>
        </pc:picChg>
        <pc:picChg chg="add mod">
          <ac:chgData name="신현주" userId="S::hjs2203@kico.co.kr::03faa449-58e2-4658-98fd-93ab2a07938e" providerId="AD" clId="Web-{65E000B1-CDB0-423B-8CE0-D2920A31DFC3}" dt="2025-04-01T00:45:43.063" v="412" actId="1076"/>
          <ac:picMkLst>
            <pc:docMk/>
            <pc:sldMk cId="1968396219" sldId="870"/>
            <ac:picMk id="5" creationId="{DD27B929-1A06-E41F-45B1-8477BCA5198D}"/>
          </ac:picMkLst>
        </pc:picChg>
        <pc:picChg chg="add mod">
          <ac:chgData name="신현주" userId="S::hjs2203@kico.co.kr::03faa449-58e2-4658-98fd-93ab2a07938e" providerId="AD" clId="Web-{65E000B1-CDB0-423B-8CE0-D2920A31DFC3}" dt="2025-04-01T00:55:28.643" v="587" actId="1076"/>
          <ac:picMkLst>
            <pc:docMk/>
            <pc:sldMk cId="1968396219" sldId="870"/>
            <ac:picMk id="8" creationId="{AAF14B71-4370-76DC-153D-168CF9B3E904}"/>
          </ac:picMkLst>
        </pc:picChg>
        <pc:cxnChg chg="add mod">
          <ac:chgData name="신현주" userId="S::hjs2203@kico.co.kr::03faa449-58e2-4658-98fd-93ab2a07938e" providerId="AD" clId="Web-{65E000B1-CDB0-423B-8CE0-D2920A31DFC3}" dt="2025-04-01T00:56:30.864" v="601" actId="14100"/>
          <ac:cxnSpMkLst>
            <pc:docMk/>
            <pc:sldMk cId="1968396219" sldId="870"/>
            <ac:cxnSpMk id="10" creationId="{E67D0074-7270-A61F-958E-7B79D1482597}"/>
          </ac:cxnSpMkLst>
        </pc:cxnChg>
        <pc:cxnChg chg="add mod">
          <ac:chgData name="신현주" userId="S::hjs2203@kico.co.kr::03faa449-58e2-4658-98fd-93ab2a07938e" providerId="AD" clId="Web-{65E000B1-CDB0-423B-8CE0-D2920A31DFC3}" dt="2025-04-01T00:56:40.380" v="603" actId="14100"/>
          <ac:cxnSpMkLst>
            <pc:docMk/>
            <pc:sldMk cId="1968396219" sldId="870"/>
            <ac:cxnSpMk id="12" creationId="{32486B7E-9CC7-FFBF-E40C-FF725706B83A}"/>
          </ac:cxnSpMkLst>
        </pc:cxnChg>
      </pc:sldChg>
      <pc:sldChg chg="addSp delSp modSp add replId">
        <pc:chgData name="신현주" userId="S::hjs2203@kico.co.kr::03faa449-58e2-4658-98fd-93ab2a07938e" providerId="AD" clId="Web-{65E000B1-CDB0-423B-8CE0-D2920A31DFC3}" dt="2025-04-01T01:09:04.386" v="949" actId="20577"/>
        <pc:sldMkLst>
          <pc:docMk/>
          <pc:sldMk cId="2643195677" sldId="872"/>
        </pc:sldMkLst>
        <pc:spChg chg="mod">
          <ac:chgData name="신현주" userId="S::hjs2203@kico.co.kr::03faa449-58e2-4658-98fd-93ab2a07938e" providerId="AD" clId="Web-{65E000B1-CDB0-423B-8CE0-D2920A31DFC3}" dt="2025-04-01T01:08:36.808" v="939" actId="1076"/>
          <ac:spMkLst>
            <pc:docMk/>
            <pc:sldMk cId="2643195677" sldId="872"/>
            <ac:spMk id="4" creationId="{C19C3211-387E-8580-BD8D-AEA38E24BB2A}"/>
          </ac:spMkLst>
        </pc:spChg>
        <pc:spChg chg="mod">
          <ac:chgData name="신현주" userId="S::hjs2203@kico.co.kr::03faa449-58e2-4658-98fd-93ab2a07938e" providerId="AD" clId="Web-{65E000B1-CDB0-423B-8CE0-D2920A31DFC3}" dt="2025-04-01T01:08:39.495" v="940" actId="1076"/>
          <ac:spMkLst>
            <pc:docMk/>
            <pc:sldMk cId="2643195677" sldId="872"/>
            <ac:spMk id="6" creationId="{3B2A29FA-6DA6-FCD4-26F3-128EB409A74B}"/>
          </ac:spMkLst>
        </pc:spChg>
        <pc:spChg chg="mod">
          <ac:chgData name="신현주" userId="S::hjs2203@kico.co.kr::03faa449-58e2-4658-98fd-93ab2a07938e" providerId="AD" clId="Web-{65E000B1-CDB0-423B-8CE0-D2920A31DFC3}" dt="2025-04-01T01:08:44.058" v="941" actId="1076"/>
          <ac:spMkLst>
            <pc:docMk/>
            <pc:sldMk cId="2643195677" sldId="872"/>
            <ac:spMk id="7" creationId="{A4589958-CC27-3CCA-49CF-B9EE66EA3E00}"/>
          </ac:spMkLst>
        </pc:spChg>
        <pc:spChg chg="add mod">
          <ac:chgData name="신현주" userId="S::hjs2203@kico.co.kr::03faa449-58e2-4658-98fd-93ab2a07938e" providerId="AD" clId="Web-{65E000B1-CDB0-423B-8CE0-D2920A31DFC3}" dt="2025-04-01T01:08:53.058" v="945" actId="20577"/>
          <ac:spMkLst>
            <pc:docMk/>
            <pc:sldMk cId="2643195677" sldId="872"/>
            <ac:spMk id="9" creationId="{5122CA2A-F36C-2987-C34A-16F0A1F35AF7}"/>
          </ac:spMkLst>
        </pc:spChg>
        <pc:spChg chg="add mod">
          <ac:chgData name="신현주" userId="S::hjs2203@kico.co.kr::03faa449-58e2-4658-98fd-93ab2a07938e" providerId="AD" clId="Web-{65E000B1-CDB0-423B-8CE0-D2920A31DFC3}" dt="2025-04-01T01:09:04.386" v="949" actId="20577"/>
          <ac:spMkLst>
            <pc:docMk/>
            <pc:sldMk cId="2643195677" sldId="872"/>
            <ac:spMk id="10" creationId="{C774DCEB-38CA-9B97-5D4B-9189B744265A}"/>
          </ac:spMkLst>
        </pc:spChg>
        <pc:spChg chg="mod">
          <ac:chgData name="신현주" userId="S::hjs2203@kico.co.kr::03faa449-58e2-4658-98fd-93ab2a07938e" providerId="AD" clId="Web-{65E000B1-CDB0-423B-8CE0-D2920A31DFC3}" dt="2025-04-01T00:46:42.190" v="420" actId="20577"/>
          <ac:spMkLst>
            <pc:docMk/>
            <pc:sldMk cId="2643195677" sldId="872"/>
            <ac:spMk id="12290" creationId="{D3FA6E41-D183-ABB7-A919-F5BCFF72EC51}"/>
          </ac:spMkLst>
        </pc:spChg>
        <pc:spChg chg="mod">
          <ac:chgData name="신현주" userId="S::hjs2203@kico.co.kr::03faa449-58e2-4658-98fd-93ab2a07938e" providerId="AD" clId="Web-{65E000B1-CDB0-423B-8CE0-D2920A31DFC3}" dt="2025-04-01T01:08:33.761" v="938" actId="20577"/>
          <ac:spMkLst>
            <pc:docMk/>
            <pc:sldMk cId="2643195677" sldId="872"/>
            <ac:spMk id="12296" creationId="{F4528E7C-3655-9A68-6F52-0757A1ED5754}"/>
          </ac:spMkLst>
        </pc:spChg>
        <pc:spChg chg="mod">
          <ac:chgData name="신현주" userId="S::hjs2203@kico.co.kr::03faa449-58e2-4658-98fd-93ab2a07938e" providerId="AD" clId="Web-{65E000B1-CDB0-423B-8CE0-D2920A31DFC3}" dt="2025-04-01T00:46:54.331" v="428" actId="20577"/>
          <ac:spMkLst>
            <pc:docMk/>
            <pc:sldMk cId="2643195677" sldId="872"/>
            <ac:spMk id="12298" creationId="{BD734EE5-270F-8F52-8635-2D512C245B28}"/>
          </ac:spMkLst>
        </pc:spChg>
        <pc:picChg chg="add mod ord">
          <ac:chgData name="신현주" userId="S::hjs2203@kico.co.kr::03faa449-58e2-4658-98fd-93ab2a07938e" providerId="AD" clId="Web-{65E000B1-CDB0-423B-8CE0-D2920A31DFC3}" dt="2025-04-01T01:03:10.501" v="826"/>
          <ac:picMkLst>
            <pc:docMk/>
            <pc:sldMk cId="2643195677" sldId="872"/>
            <ac:picMk id="2" creationId="{25D2170E-7F2D-C9FE-F1ED-6D9FB251A9F4}"/>
          </ac:picMkLst>
        </pc:picChg>
        <pc:picChg chg="del">
          <ac:chgData name="신현주" userId="S::hjs2203@kico.co.kr::03faa449-58e2-4658-98fd-93ab2a07938e" providerId="AD" clId="Web-{65E000B1-CDB0-423B-8CE0-D2920A31DFC3}" dt="2025-04-01T00:46:56.674" v="429"/>
          <ac:picMkLst>
            <pc:docMk/>
            <pc:sldMk cId="2643195677" sldId="872"/>
            <ac:picMk id="3" creationId="{356E8F8F-61E7-1F7D-B83D-47ABB3A9A8DC}"/>
          </ac:picMkLst>
        </pc:picChg>
        <pc:picChg chg="del mod">
          <ac:chgData name="신현주" userId="S::hjs2203@kico.co.kr::03faa449-58e2-4658-98fd-93ab2a07938e" providerId="AD" clId="Web-{65E000B1-CDB0-423B-8CE0-D2920A31DFC3}" dt="2025-04-01T00:46:58.549" v="431"/>
          <ac:picMkLst>
            <pc:docMk/>
            <pc:sldMk cId="2643195677" sldId="872"/>
            <ac:picMk id="5" creationId="{47984F6D-7B99-551F-411F-D947284781BC}"/>
          </ac:picMkLst>
        </pc:picChg>
        <pc:picChg chg="del">
          <ac:chgData name="신현주" userId="S::hjs2203@kico.co.kr::03faa449-58e2-4658-98fd-93ab2a07938e" providerId="AD" clId="Web-{65E000B1-CDB0-423B-8CE0-D2920A31DFC3}" dt="2025-04-01T00:46:59.768" v="432"/>
          <ac:picMkLst>
            <pc:docMk/>
            <pc:sldMk cId="2643195677" sldId="872"/>
            <ac:picMk id="8" creationId="{6EC98FC7-E8F4-0575-D5BA-313F530D54A7}"/>
          </ac:picMkLst>
        </pc:picChg>
      </pc:sldChg>
      <pc:sldChg chg="addSp delSp modSp add replId">
        <pc:chgData name="신현주" userId="S::hjs2203@kico.co.kr::03faa449-58e2-4658-98fd-93ab2a07938e" providerId="AD" clId="Web-{65E000B1-CDB0-423B-8CE0-D2920A31DFC3}" dt="2025-04-01T01:14:29.506" v="1168"/>
        <pc:sldMkLst>
          <pc:docMk/>
          <pc:sldMk cId="2567715457" sldId="873"/>
        </pc:sldMkLst>
        <pc:spChg chg="mod">
          <ac:chgData name="신현주" userId="S::hjs2203@kico.co.kr::03faa449-58e2-4658-98fd-93ab2a07938e" providerId="AD" clId="Web-{65E000B1-CDB0-423B-8CE0-D2920A31DFC3}" dt="2025-04-01T01:13:26.363" v="1124" actId="1076"/>
          <ac:spMkLst>
            <pc:docMk/>
            <pc:sldMk cId="2567715457" sldId="873"/>
            <ac:spMk id="4" creationId="{0BCE92E5-95D7-613D-FCCA-F2A3147F3A0B}"/>
          </ac:spMkLst>
        </pc:spChg>
        <pc:spChg chg="mod">
          <ac:chgData name="신현주" userId="S::hjs2203@kico.co.kr::03faa449-58e2-4658-98fd-93ab2a07938e" providerId="AD" clId="Web-{65E000B1-CDB0-423B-8CE0-D2920A31DFC3}" dt="2025-04-01T01:13:30.238" v="1125" actId="1076"/>
          <ac:spMkLst>
            <pc:docMk/>
            <pc:sldMk cId="2567715457" sldId="873"/>
            <ac:spMk id="6" creationId="{31EF8154-95B2-F2B4-5D27-0841B37EBBB9}"/>
          </ac:spMkLst>
        </pc:spChg>
        <pc:spChg chg="del">
          <ac:chgData name="신현주" userId="S::hjs2203@kico.co.kr::03faa449-58e2-4658-98fd-93ab2a07938e" providerId="AD" clId="Web-{65E000B1-CDB0-423B-8CE0-D2920A31DFC3}" dt="2025-04-01T01:14:29.506" v="1168"/>
          <ac:spMkLst>
            <pc:docMk/>
            <pc:sldMk cId="2567715457" sldId="873"/>
            <ac:spMk id="7" creationId="{6D07B95A-E3D9-7558-6FB5-32644D3326C2}"/>
          </ac:spMkLst>
        </pc:spChg>
        <pc:spChg chg="add mod">
          <ac:chgData name="신현주" userId="S::hjs2203@kico.co.kr::03faa449-58e2-4658-98fd-93ab2a07938e" providerId="AD" clId="Web-{65E000B1-CDB0-423B-8CE0-D2920A31DFC3}" dt="2025-04-01T01:14:25.912" v="1167" actId="20577"/>
          <ac:spMkLst>
            <pc:docMk/>
            <pc:sldMk cId="2567715457" sldId="873"/>
            <ac:spMk id="9" creationId="{C8088A80-4D76-895B-27CE-1E4D26806BD0}"/>
          </ac:spMkLst>
        </pc:spChg>
        <pc:spChg chg="add mod">
          <ac:chgData name="신현주" userId="S::hjs2203@kico.co.kr::03faa449-58e2-4658-98fd-93ab2a07938e" providerId="AD" clId="Web-{65E000B1-CDB0-423B-8CE0-D2920A31DFC3}" dt="2025-04-01T01:14:18.255" v="1159" actId="20577"/>
          <ac:spMkLst>
            <pc:docMk/>
            <pc:sldMk cId="2567715457" sldId="873"/>
            <ac:spMk id="11" creationId="{3DAAE4EB-83A6-182C-24C7-7DF2D5E1E09A}"/>
          </ac:spMkLst>
        </pc:spChg>
        <pc:spChg chg="mod">
          <ac:chgData name="신현주" userId="S::hjs2203@kico.co.kr::03faa449-58e2-4658-98fd-93ab2a07938e" providerId="AD" clId="Web-{65E000B1-CDB0-423B-8CE0-D2920A31DFC3}" dt="2025-04-01T00:47:41.394" v="444" actId="20577"/>
          <ac:spMkLst>
            <pc:docMk/>
            <pc:sldMk cId="2567715457" sldId="873"/>
            <ac:spMk id="12290" creationId="{62970B3E-AF43-0264-44FC-39B382AAE2EC}"/>
          </ac:spMkLst>
        </pc:spChg>
        <pc:spChg chg="mod">
          <ac:chgData name="신현주" userId="S::hjs2203@kico.co.kr::03faa449-58e2-4658-98fd-93ab2a07938e" providerId="AD" clId="Web-{65E000B1-CDB0-423B-8CE0-D2920A31DFC3}" dt="2025-04-01T01:13:05.769" v="1119" actId="20577"/>
          <ac:spMkLst>
            <pc:docMk/>
            <pc:sldMk cId="2567715457" sldId="873"/>
            <ac:spMk id="12296" creationId="{FAC85761-CDE2-9579-F9E0-533947CA158D}"/>
          </ac:spMkLst>
        </pc:spChg>
        <pc:spChg chg="mod">
          <ac:chgData name="신현주" userId="S::hjs2203@kico.co.kr::03faa449-58e2-4658-98fd-93ab2a07938e" providerId="AD" clId="Web-{65E000B1-CDB0-423B-8CE0-D2920A31DFC3}" dt="2025-04-01T00:50:46.384" v="516" actId="20577"/>
          <ac:spMkLst>
            <pc:docMk/>
            <pc:sldMk cId="2567715457" sldId="873"/>
            <ac:spMk id="12298" creationId="{20222AC9-4A20-D018-D7D9-0799535F3072}"/>
          </ac:spMkLst>
        </pc:spChg>
        <pc:picChg chg="del">
          <ac:chgData name="신현주" userId="S::hjs2203@kico.co.kr::03faa449-58e2-4658-98fd-93ab2a07938e" providerId="AD" clId="Web-{65E000B1-CDB0-423B-8CE0-D2920A31DFC3}" dt="2025-04-01T00:47:50.676" v="455"/>
          <ac:picMkLst>
            <pc:docMk/>
            <pc:sldMk cId="2567715457" sldId="873"/>
            <ac:picMk id="2" creationId="{4763BE7B-97A2-DED2-57B6-5892F56F46ED}"/>
          </ac:picMkLst>
        </pc:picChg>
        <pc:picChg chg="add mod">
          <ac:chgData name="신현주" userId="S::hjs2203@kico.co.kr::03faa449-58e2-4658-98fd-93ab2a07938e" providerId="AD" clId="Web-{65E000B1-CDB0-423B-8CE0-D2920A31DFC3}" dt="2025-04-01T01:13:46.254" v="1126" actId="1076"/>
          <ac:picMkLst>
            <pc:docMk/>
            <pc:sldMk cId="2567715457" sldId="873"/>
            <ac:picMk id="3" creationId="{24150CB9-9DD5-0F4A-42ED-64DB5678D07D}"/>
          </ac:picMkLst>
        </pc:picChg>
        <pc:picChg chg="add mod ord">
          <ac:chgData name="신현주" userId="S::hjs2203@kico.co.kr::03faa449-58e2-4658-98fd-93ab2a07938e" providerId="AD" clId="Web-{65E000B1-CDB0-423B-8CE0-D2920A31DFC3}" dt="2025-04-01T01:13:20.441" v="1122" actId="1076"/>
          <ac:picMkLst>
            <pc:docMk/>
            <pc:sldMk cId="2567715457" sldId="873"/>
            <ac:picMk id="5" creationId="{07740F31-80D6-7486-B92B-356601748E69}"/>
          </ac:picMkLst>
        </pc:picChg>
      </pc:sldChg>
      <pc:sldChg chg="addSp delSp modSp add replId">
        <pc:chgData name="신현주" userId="S::hjs2203@kico.co.kr::03faa449-58e2-4658-98fd-93ab2a07938e" providerId="AD" clId="Web-{65E000B1-CDB0-423B-8CE0-D2920A31DFC3}" dt="2025-04-01T01:16:32.056" v="1240" actId="20577"/>
        <pc:sldMkLst>
          <pc:docMk/>
          <pc:sldMk cId="2737622004" sldId="874"/>
        </pc:sldMkLst>
        <pc:spChg chg="mod">
          <ac:chgData name="신현주" userId="S::hjs2203@kico.co.kr::03faa449-58e2-4658-98fd-93ab2a07938e" providerId="AD" clId="Web-{65E000B1-CDB0-423B-8CE0-D2920A31DFC3}" dt="2025-04-01T01:16:26.369" v="1236" actId="20577"/>
          <ac:spMkLst>
            <pc:docMk/>
            <pc:sldMk cId="2737622004" sldId="874"/>
            <ac:spMk id="4" creationId="{0AB7038F-BEAF-7C7E-CFD0-995BF6E95820}"/>
          </ac:spMkLst>
        </pc:spChg>
        <pc:spChg chg="mod">
          <ac:chgData name="신현주" userId="S::hjs2203@kico.co.kr::03faa449-58e2-4658-98fd-93ab2a07938e" providerId="AD" clId="Web-{65E000B1-CDB0-423B-8CE0-D2920A31DFC3}" dt="2025-04-01T01:16:28.791" v="1238" actId="20577"/>
          <ac:spMkLst>
            <pc:docMk/>
            <pc:sldMk cId="2737622004" sldId="874"/>
            <ac:spMk id="6" creationId="{BF4FD088-C411-10A8-E457-A2935051AF56}"/>
          </ac:spMkLst>
        </pc:spChg>
        <pc:spChg chg="mod">
          <ac:chgData name="신현주" userId="S::hjs2203@kico.co.kr::03faa449-58e2-4658-98fd-93ab2a07938e" providerId="AD" clId="Web-{65E000B1-CDB0-423B-8CE0-D2920A31DFC3}" dt="2025-04-01T01:16:32.056" v="1240" actId="20577"/>
          <ac:spMkLst>
            <pc:docMk/>
            <pc:sldMk cId="2737622004" sldId="874"/>
            <ac:spMk id="7" creationId="{05CFCB3A-D2A7-2D92-F363-1461535AA493}"/>
          </ac:spMkLst>
        </pc:spChg>
        <pc:spChg chg="add mod">
          <ac:chgData name="신현주" userId="S::hjs2203@kico.co.kr::03faa449-58e2-4658-98fd-93ab2a07938e" providerId="AD" clId="Web-{65E000B1-CDB0-423B-8CE0-D2920A31DFC3}" dt="2025-04-01T01:16:21.868" v="1234" actId="1076"/>
          <ac:spMkLst>
            <pc:docMk/>
            <pc:sldMk cId="2737622004" sldId="874"/>
            <ac:spMk id="9" creationId="{1557750C-C10D-D6D7-94AE-BEB311C350DA}"/>
          </ac:spMkLst>
        </pc:spChg>
        <pc:spChg chg="mod">
          <ac:chgData name="신현주" userId="S::hjs2203@kico.co.kr::03faa449-58e2-4658-98fd-93ab2a07938e" providerId="AD" clId="Web-{65E000B1-CDB0-423B-8CE0-D2920A31DFC3}" dt="2025-04-01T00:49:23.882" v="479" actId="20577"/>
          <ac:spMkLst>
            <pc:docMk/>
            <pc:sldMk cId="2737622004" sldId="874"/>
            <ac:spMk id="12290" creationId="{DA8BF09D-FF26-25D4-4813-A46EF6407CC0}"/>
          </ac:spMkLst>
        </pc:spChg>
        <pc:spChg chg="mod">
          <ac:chgData name="신현주" userId="S::hjs2203@kico.co.kr::03faa449-58e2-4658-98fd-93ab2a07938e" providerId="AD" clId="Web-{65E000B1-CDB0-423B-8CE0-D2920A31DFC3}" dt="2025-04-01T01:16:15.821" v="1232" actId="20577"/>
          <ac:spMkLst>
            <pc:docMk/>
            <pc:sldMk cId="2737622004" sldId="874"/>
            <ac:spMk id="12296" creationId="{F30F3DEE-61B2-80E2-6843-B084D0637F37}"/>
          </ac:spMkLst>
        </pc:spChg>
        <pc:spChg chg="mod">
          <ac:chgData name="신현주" userId="S::hjs2203@kico.co.kr::03faa449-58e2-4658-98fd-93ab2a07938e" providerId="AD" clId="Web-{65E000B1-CDB0-423B-8CE0-D2920A31DFC3}" dt="2025-04-01T00:49:17.397" v="473" actId="20577"/>
          <ac:spMkLst>
            <pc:docMk/>
            <pc:sldMk cId="2737622004" sldId="874"/>
            <ac:spMk id="12298" creationId="{FCDFE6C2-1FB9-278D-D7CA-5D32C0943809}"/>
          </ac:spMkLst>
        </pc:spChg>
        <pc:picChg chg="add mod ord">
          <ac:chgData name="신현주" userId="S::hjs2203@kico.co.kr::03faa449-58e2-4658-98fd-93ab2a07938e" providerId="AD" clId="Web-{65E000B1-CDB0-423B-8CE0-D2920A31DFC3}" dt="2025-04-01T01:15:53.477" v="1221"/>
          <ac:picMkLst>
            <pc:docMk/>
            <pc:sldMk cId="2737622004" sldId="874"/>
            <ac:picMk id="2" creationId="{AAC6FD8A-620F-B772-FBE4-B6777789B25D}"/>
          </ac:picMkLst>
        </pc:picChg>
        <pc:picChg chg="del">
          <ac:chgData name="신현주" userId="S::hjs2203@kico.co.kr::03faa449-58e2-4658-98fd-93ab2a07938e" providerId="AD" clId="Web-{65E000B1-CDB0-423B-8CE0-D2920A31DFC3}" dt="2025-04-01T00:49:25.523" v="480"/>
          <ac:picMkLst>
            <pc:docMk/>
            <pc:sldMk cId="2737622004" sldId="874"/>
            <ac:picMk id="3" creationId="{6E2CE5C2-2E1C-D84E-B9B5-79DFE85285AD}"/>
          </ac:picMkLst>
        </pc:picChg>
        <pc:picChg chg="del">
          <ac:chgData name="신현주" userId="S::hjs2203@kico.co.kr::03faa449-58e2-4658-98fd-93ab2a07938e" providerId="AD" clId="Web-{65E000B1-CDB0-423B-8CE0-D2920A31DFC3}" dt="2025-04-01T00:49:26.835" v="481"/>
          <ac:picMkLst>
            <pc:docMk/>
            <pc:sldMk cId="2737622004" sldId="874"/>
            <ac:picMk id="5" creationId="{E3FA7B5F-A5BD-BF5D-6CD2-6575F01E6A7E}"/>
          </ac:picMkLst>
        </pc:picChg>
        <pc:picChg chg="add del mod">
          <ac:chgData name="신현주" userId="S::hjs2203@kico.co.kr::03faa449-58e2-4658-98fd-93ab2a07938e" providerId="AD" clId="Web-{65E000B1-CDB0-423B-8CE0-D2920A31DFC3}" dt="2025-04-01T00:50:14.962" v="489"/>
          <ac:picMkLst>
            <pc:docMk/>
            <pc:sldMk cId="2737622004" sldId="874"/>
            <ac:picMk id="8" creationId="{96442019-F2C8-A3FC-374B-3A9486654C6B}"/>
          </ac:picMkLst>
        </pc:picChg>
      </pc:sldChg>
      <pc:sldChg chg="addSp delSp modSp add replId">
        <pc:chgData name="신현주" userId="S::hjs2203@kico.co.kr::03faa449-58e2-4658-98fd-93ab2a07938e" providerId="AD" clId="Web-{65E000B1-CDB0-423B-8CE0-D2920A31DFC3}" dt="2025-04-01T01:19:40.546" v="1459" actId="20577"/>
        <pc:sldMkLst>
          <pc:docMk/>
          <pc:sldMk cId="132335018" sldId="876"/>
        </pc:sldMkLst>
        <pc:spChg chg="mod">
          <ac:chgData name="신현주" userId="S::hjs2203@kico.co.kr::03faa449-58e2-4658-98fd-93ab2a07938e" providerId="AD" clId="Web-{65E000B1-CDB0-423B-8CE0-D2920A31DFC3}" dt="2025-04-01T01:18:17.685" v="1331" actId="1076"/>
          <ac:spMkLst>
            <pc:docMk/>
            <pc:sldMk cId="132335018" sldId="876"/>
            <ac:spMk id="4" creationId="{70131DD0-FCAE-19DB-6F08-3552FFD600EB}"/>
          </ac:spMkLst>
        </pc:spChg>
        <pc:spChg chg="mod">
          <ac:chgData name="신현주" userId="S::hjs2203@kico.co.kr::03faa449-58e2-4658-98fd-93ab2a07938e" providerId="AD" clId="Web-{65E000B1-CDB0-423B-8CE0-D2920A31DFC3}" dt="2025-04-01T01:18:20.450" v="1332" actId="1076"/>
          <ac:spMkLst>
            <pc:docMk/>
            <pc:sldMk cId="132335018" sldId="876"/>
            <ac:spMk id="6" creationId="{BD171B8B-E455-E243-50A1-E4DB10CD8E1D}"/>
          </ac:spMkLst>
        </pc:spChg>
        <pc:spChg chg="add mod">
          <ac:chgData name="신현주" userId="S::hjs2203@kico.co.kr::03faa449-58e2-4658-98fd-93ab2a07938e" providerId="AD" clId="Web-{65E000B1-CDB0-423B-8CE0-D2920A31DFC3}" dt="2025-04-01T01:16:55.948" v="1245" actId="20577"/>
          <ac:spMkLst>
            <pc:docMk/>
            <pc:sldMk cId="132335018" sldId="876"/>
            <ac:spMk id="9" creationId="{00B5EC52-05FC-6B83-B899-9F6A51644DF3}"/>
          </ac:spMkLst>
        </pc:spChg>
        <pc:spChg chg="add mod">
          <ac:chgData name="신현주" userId="S::hjs2203@kico.co.kr::03faa449-58e2-4658-98fd-93ab2a07938e" providerId="AD" clId="Web-{65E000B1-CDB0-423B-8CE0-D2920A31DFC3}" dt="2025-04-01T01:17:03.292" v="1250" actId="20577"/>
          <ac:spMkLst>
            <pc:docMk/>
            <pc:sldMk cId="132335018" sldId="876"/>
            <ac:spMk id="10" creationId="{E6D1C44F-496F-AE8D-19EE-EBDC4C0750D3}"/>
          </ac:spMkLst>
        </pc:spChg>
        <pc:spChg chg="mod">
          <ac:chgData name="신현주" userId="S::hjs2203@kico.co.kr::03faa449-58e2-4658-98fd-93ab2a07938e" providerId="AD" clId="Web-{65E000B1-CDB0-423B-8CE0-D2920A31DFC3}" dt="2025-04-01T00:50:31.806" v="499" actId="20577"/>
          <ac:spMkLst>
            <pc:docMk/>
            <pc:sldMk cId="132335018" sldId="876"/>
            <ac:spMk id="12290" creationId="{E7ACF536-8995-358E-1E3E-5CA13BC3DF8F}"/>
          </ac:spMkLst>
        </pc:spChg>
        <pc:spChg chg="mod">
          <ac:chgData name="신현주" userId="S::hjs2203@kico.co.kr::03faa449-58e2-4658-98fd-93ab2a07938e" providerId="AD" clId="Web-{65E000B1-CDB0-423B-8CE0-D2920A31DFC3}" dt="2025-04-01T01:19:40.546" v="1459" actId="20577"/>
          <ac:spMkLst>
            <pc:docMk/>
            <pc:sldMk cId="132335018" sldId="876"/>
            <ac:spMk id="12296" creationId="{45E54CF0-B426-8C6A-E6DC-1DD1C3347B44}"/>
          </ac:spMkLst>
        </pc:spChg>
        <pc:spChg chg="mod">
          <ac:chgData name="신현주" userId="S::hjs2203@kico.co.kr::03faa449-58e2-4658-98fd-93ab2a07938e" providerId="AD" clId="Web-{65E000B1-CDB0-423B-8CE0-D2920A31DFC3}" dt="2025-04-01T00:50:41.228" v="513" actId="20577"/>
          <ac:spMkLst>
            <pc:docMk/>
            <pc:sldMk cId="132335018" sldId="876"/>
            <ac:spMk id="12298" creationId="{D3CECD2C-1022-F743-17C0-CD7B872150D1}"/>
          </ac:spMkLst>
        </pc:spChg>
        <pc:picChg chg="del">
          <ac:chgData name="신현주" userId="S::hjs2203@kico.co.kr::03faa449-58e2-4658-98fd-93ab2a07938e" providerId="AD" clId="Web-{65E000B1-CDB0-423B-8CE0-D2920A31DFC3}" dt="2025-04-01T00:50:17.759" v="490"/>
          <ac:picMkLst>
            <pc:docMk/>
            <pc:sldMk cId="132335018" sldId="876"/>
            <ac:picMk id="2" creationId="{659BCBEB-98A1-5EE7-AA01-FC4C02070B3A}"/>
          </ac:picMkLst>
        </pc:picChg>
        <pc:picChg chg="add mod ord">
          <ac:chgData name="신현주" userId="S::hjs2203@kico.co.kr::03faa449-58e2-4658-98fd-93ab2a07938e" providerId="AD" clId="Web-{65E000B1-CDB0-423B-8CE0-D2920A31DFC3}" dt="2025-04-01T01:18:12.919" v="1330"/>
          <ac:picMkLst>
            <pc:docMk/>
            <pc:sldMk cId="132335018" sldId="876"/>
            <ac:picMk id="3" creationId="{249C23CF-34D1-145D-1065-EFD65C6EEF67}"/>
          </ac:picMkLst>
        </pc:picChg>
        <pc:picChg chg="mod">
          <ac:chgData name="신현주" userId="S::hjs2203@kico.co.kr::03faa449-58e2-4658-98fd-93ab2a07938e" providerId="AD" clId="Web-{65E000B1-CDB0-423B-8CE0-D2920A31DFC3}" dt="2025-04-01T01:16:48.588" v="1242" actId="1076"/>
          <ac:picMkLst>
            <pc:docMk/>
            <pc:sldMk cId="132335018" sldId="876"/>
            <ac:picMk id="8" creationId="{C05832E7-D3BE-D07C-9365-7658DCBCEB9F}"/>
          </ac:picMkLst>
        </pc:picChg>
      </pc:sldChg>
      <pc:sldChg chg="addSp delSp modSp add replId">
        <pc:chgData name="신현주" userId="S::hjs2203@kico.co.kr::03faa449-58e2-4658-98fd-93ab2a07938e" providerId="AD" clId="Web-{65E000B1-CDB0-423B-8CE0-D2920A31DFC3}" dt="2025-04-01T01:22:29.223" v="1518" actId="1076"/>
        <pc:sldMkLst>
          <pc:docMk/>
          <pc:sldMk cId="840993422" sldId="877"/>
        </pc:sldMkLst>
        <pc:spChg chg="mod">
          <ac:chgData name="신현주" userId="S::hjs2203@kico.co.kr::03faa449-58e2-4658-98fd-93ab2a07938e" providerId="AD" clId="Web-{65E000B1-CDB0-423B-8CE0-D2920A31DFC3}" dt="2025-04-01T01:20:39.548" v="1495" actId="1076"/>
          <ac:spMkLst>
            <pc:docMk/>
            <pc:sldMk cId="840993422" sldId="877"/>
            <ac:spMk id="4" creationId="{6B19FC24-0525-B4A2-E98F-DC11BA50EAFE}"/>
          </ac:spMkLst>
        </pc:spChg>
        <pc:spChg chg="mod">
          <ac:chgData name="신현주" userId="S::hjs2203@kico.co.kr::03faa449-58e2-4658-98fd-93ab2a07938e" providerId="AD" clId="Web-{65E000B1-CDB0-423B-8CE0-D2920A31DFC3}" dt="2025-04-01T01:20:43.111" v="1496" actId="1076"/>
          <ac:spMkLst>
            <pc:docMk/>
            <pc:sldMk cId="840993422" sldId="877"/>
            <ac:spMk id="6" creationId="{F4F37771-CDF7-DF03-A568-59D117FE5CC6}"/>
          </ac:spMkLst>
        </pc:spChg>
        <pc:spChg chg="mod">
          <ac:chgData name="신현주" userId="S::hjs2203@kico.co.kr::03faa449-58e2-4658-98fd-93ab2a07938e" providerId="AD" clId="Web-{65E000B1-CDB0-423B-8CE0-D2920A31DFC3}" dt="2025-04-01T01:20:47.408" v="1497" actId="1076"/>
          <ac:spMkLst>
            <pc:docMk/>
            <pc:sldMk cId="840993422" sldId="877"/>
            <ac:spMk id="7" creationId="{CCD507AB-904D-0D6B-6A4F-846787EB0FA1}"/>
          </ac:spMkLst>
        </pc:spChg>
        <pc:spChg chg="mod">
          <ac:chgData name="신현주" userId="S::hjs2203@kico.co.kr::03faa449-58e2-4658-98fd-93ab2a07938e" providerId="AD" clId="Web-{65E000B1-CDB0-423B-8CE0-D2920A31DFC3}" dt="2025-04-01T00:52:11.075" v="534" actId="20577"/>
          <ac:spMkLst>
            <pc:docMk/>
            <pc:sldMk cId="840993422" sldId="877"/>
            <ac:spMk id="12290" creationId="{59BE1FCA-5D6A-6FD4-A56B-454E357D2CE5}"/>
          </ac:spMkLst>
        </pc:spChg>
        <pc:spChg chg="mod">
          <ac:chgData name="신현주" userId="S::hjs2203@kico.co.kr::03faa449-58e2-4658-98fd-93ab2a07938e" providerId="AD" clId="Web-{65E000B1-CDB0-423B-8CE0-D2920A31DFC3}" dt="2025-04-01T01:20:32.267" v="1493" actId="20577"/>
          <ac:spMkLst>
            <pc:docMk/>
            <pc:sldMk cId="840993422" sldId="877"/>
            <ac:spMk id="12296" creationId="{563B8490-F042-776E-CAC9-7E944AF63A40}"/>
          </ac:spMkLst>
        </pc:spChg>
        <pc:spChg chg="mod">
          <ac:chgData name="신현주" userId="S::hjs2203@kico.co.kr::03faa449-58e2-4658-98fd-93ab2a07938e" providerId="AD" clId="Web-{65E000B1-CDB0-423B-8CE0-D2920A31DFC3}" dt="2025-04-01T00:52:37.107" v="564" actId="20577"/>
          <ac:spMkLst>
            <pc:docMk/>
            <pc:sldMk cId="840993422" sldId="877"/>
            <ac:spMk id="12298" creationId="{50690C98-56BE-9321-243F-31DCBE82E93B}"/>
          </ac:spMkLst>
        </pc:spChg>
        <pc:picChg chg="add mod ord">
          <ac:chgData name="신현주" userId="S::hjs2203@kico.co.kr::03faa449-58e2-4658-98fd-93ab2a07938e" providerId="AD" clId="Web-{65E000B1-CDB0-423B-8CE0-D2920A31DFC3}" dt="2025-04-01T01:20:36.173" v="1494"/>
          <ac:picMkLst>
            <pc:docMk/>
            <pc:sldMk cId="840993422" sldId="877"/>
            <ac:picMk id="2" creationId="{1BFC3B62-35D9-F6C1-7DAA-FEF054F2CA50}"/>
          </ac:picMkLst>
        </pc:picChg>
        <pc:picChg chg="del">
          <ac:chgData name="신현주" userId="S::hjs2203@kico.co.kr::03faa449-58e2-4658-98fd-93ab2a07938e" providerId="AD" clId="Web-{65E000B1-CDB0-423B-8CE0-D2920A31DFC3}" dt="2025-04-01T00:51:58.934" v="525"/>
          <ac:picMkLst>
            <pc:docMk/>
            <pc:sldMk cId="840993422" sldId="877"/>
            <ac:picMk id="3" creationId="{EDDDD507-94E3-DE88-F8E8-C4496EC47960}"/>
          </ac:picMkLst>
        </pc:picChg>
        <pc:picChg chg="add mod">
          <ac:chgData name="신현주" userId="S::hjs2203@kico.co.kr::03faa449-58e2-4658-98fd-93ab2a07938e" providerId="AD" clId="Web-{65E000B1-CDB0-423B-8CE0-D2920A31DFC3}" dt="2025-04-01T01:21:31.331" v="1507" actId="1076"/>
          <ac:picMkLst>
            <pc:docMk/>
            <pc:sldMk cId="840993422" sldId="877"/>
            <ac:picMk id="5" creationId="{306A54C0-67D3-D828-AF97-AECF41A539BC}"/>
          </ac:picMkLst>
        </pc:picChg>
        <pc:picChg chg="del">
          <ac:chgData name="신현주" userId="S::hjs2203@kico.co.kr::03faa449-58e2-4658-98fd-93ab2a07938e" providerId="AD" clId="Web-{65E000B1-CDB0-423B-8CE0-D2920A31DFC3}" dt="2025-04-01T00:51:57.480" v="524"/>
          <ac:picMkLst>
            <pc:docMk/>
            <pc:sldMk cId="840993422" sldId="877"/>
            <ac:picMk id="8" creationId="{FF73A48B-92CE-82AC-EDF0-AC5DB27419B3}"/>
          </ac:picMkLst>
        </pc:picChg>
        <pc:picChg chg="add mod">
          <ac:chgData name="신현주" userId="S::hjs2203@kico.co.kr::03faa449-58e2-4658-98fd-93ab2a07938e" providerId="AD" clId="Web-{65E000B1-CDB0-423B-8CE0-D2920A31DFC3}" dt="2025-04-01T01:22:29.223" v="1518" actId="1076"/>
          <ac:picMkLst>
            <pc:docMk/>
            <pc:sldMk cId="840993422" sldId="877"/>
            <ac:picMk id="11" creationId="{6C62E507-04DE-A3CF-F513-D9FBED8E018F}"/>
          </ac:picMkLst>
        </pc:picChg>
        <pc:cxnChg chg="add mod">
          <ac:chgData name="신현주" userId="S::hjs2203@kico.co.kr::03faa449-58e2-4658-98fd-93ab2a07938e" providerId="AD" clId="Web-{65E000B1-CDB0-423B-8CE0-D2920A31DFC3}" dt="2025-04-01T01:21:26.268" v="1504" actId="14100"/>
          <ac:cxnSpMkLst>
            <pc:docMk/>
            <pc:sldMk cId="840993422" sldId="877"/>
            <ac:cxnSpMk id="10" creationId="{FAE550E7-B31D-3F90-CB63-F8198E81EB20}"/>
          </ac:cxnSpMkLst>
        </pc:cxnChg>
        <pc:cxnChg chg="add mod">
          <ac:chgData name="신현주" userId="S::hjs2203@kico.co.kr::03faa449-58e2-4658-98fd-93ab2a07938e" providerId="AD" clId="Web-{65E000B1-CDB0-423B-8CE0-D2920A31DFC3}" dt="2025-04-01T01:22:26.786" v="1517" actId="1076"/>
          <ac:cxnSpMkLst>
            <pc:docMk/>
            <pc:sldMk cId="840993422" sldId="877"/>
            <ac:cxnSpMk id="12" creationId="{48271A4C-CB93-9E06-CA85-9D46BE0728CF}"/>
          </ac:cxnSpMkLst>
        </pc:cxnChg>
      </pc:sldChg>
      <pc:sldChg chg="addSp delSp modSp add replId">
        <pc:chgData name="신현주" userId="S::hjs2203@kico.co.kr::03faa449-58e2-4658-98fd-93ab2a07938e" providerId="AD" clId="Web-{65E000B1-CDB0-423B-8CE0-D2920A31DFC3}" dt="2025-04-01T01:23:42.163" v="1560"/>
        <pc:sldMkLst>
          <pc:docMk/>
          <pc:sldMk cId="1522721764" sldId="878"/>
        </pc:sldMkLst>
        <pc:spChg chg="mod">
          <ac:chgData name="신현주" userId="S::hjs2203@kico.co.kr::03faa449-58e2-4658-98fd-93ab2a07938e" providerId="AD" clId="Web-{65E000B1-CDB0-423B-8CE0-D2920A31DFC3}" dt="2025-04-01T01:23:40.147" v="1558" actId="1076"/>
          <ac:spMkLst>
            <pc:docMk/>
            <pc:sldMk cId="1522721764" sldId="878"/>
            <ac:spMk id="4" creationId="{5184E937-9CFA-3A8C-CEC1-B3A7842E36A0}"/>
          </ac:spMkLst>
        </pc:spChg>
        <pc:spChg chg="del">
          <ac:chgData name="신현주" userId="S::hjs2203@kico.co.kr::03faa449-58e2-4658-98fd-93ab2a07938e" providerId="AD" clId="Web-{65E000B1-CDB0-423B-8CE0-D2920A31DFC3}" dt="2025-04-01T01:23:42.163" v="1560"/>
          <ac:spMkLst>
            <pc:docMk/>
            <pc:sldMk cId="1522721764" sldId="878"/>
            <ac:spMk id="6" creationId="{76BDB5F1-A4F7-06A5-21BF-41A587BD2B91}"/>
          </ac:spMkLst>
        </pc:spChg>
        <pc:spChg chg="del">
          <ac:chgData name="신현주" userId="S::hjs2203@kico.co.kr::03faa449-58e2-4658-98fd-93ab2a07938e" providerId="AD" clId="Web-{65E000B1-CDB0-423B-8CE0-D2920A31DFC3}" dt="2025-04-01T01:23:42.148" v="1559"/>
          <ac:spMkLst>
            <pc:docMk/>
            <pc:sldMk cId="1522721764" sldId="878"/>
            <ac:spMk id="7" creationId="{052962B9-2192-C68B-977E-1BFB5C17AA6F}"/>
          </ac:spMkLst>
        </pc:spChg>
        <pc:spChg chg="mod">
          <ac:chgData name="신현주" userId="S::hjs2203@kico.co.kr::03faa449-58e2-4658-98fd-93ab2a07938e" providerId="AD" clId="Web-{65E000B1-CDB0-423B-8CE0-D2920A31DFC3}" dt="2025-04-01T01:22:57.990" v="1522" actId="20577"/>
          <ac:spMkLst>
            <pc:docMk/>
            <pc:sldMk cId="1522721764" sldId="878"/>
            <ac:spMk id="12290" creationId="{A95A9AC5-AF06-2A1A-73E5-CD817BF5E45F}"/>
          </ac:spMkLst>
        </pc:spChg>
        <pc:spChg chg="mod">
          <ac:chgData name="신현주" userId="S::hjs2203@kico.co.kr::03faa449-58e2-4658-98fd-93ab2a07938e" providerId="AD" clId="Web-{65E000B1-CDB0-423B-8CE0-D2920A31DFC3}" dt="2025-04-01T01:23:29.850" v="1555" actId="20577"/>
          <ac:spMkLst>
            <pc:docMk/>
            <pc:sldMk cId="1522721764" sldId="878"/>
            <ac:spMk id="12296" creationId="{DC08727D-24F1-E755-9318-69AF3BA67885}"/>
          </ac:spMkLst>
        </pc:spChg>
        <pc:spChg chg="mod">
          <ac:chgData name="신현주" userId="S::hjs2203@kico.co.kr::03faa449-58e2-4658-98fd-93ab2a07938e" providerId="AD" clId="Web-{65E000B1-CDB0-423B-8CE0-D2920A31DFC3}" dt="2025-04-01T01:23:04.974" v="1534" actId="20577"/>
          <ac:spMkLst>
            <pc:docMk/>
            <pc:sldMk cId="1522721764" sldId="878"/>
            <ac:spMk id="12298" creationId="{BE2907D8-9122-1DCD-8E68-351EE8A3173C}"/>
          </ac:spMkLst>
        </pc:spChg>
        <pc:picChg chg="del">
          <ac:chgData name="신현주" userId="S::hjs2203@kico.co.kr::03faa449-58e2-4658-98fd-93ab2a07938e" providerId="AD" clId="Web-{65E000B1-CDB0-423B-8CE0-D2920A31DFC3}" dt="2025-04-01T00:53:35.983" v="577"/>
          <ac:picMkLst>
            <pc:docMk/>
            <pc:sldMk cId="1522721764" sldId="878"/>
            <ac:picMk id="2" creationId="{27CB33D4-1282-29BA-C664-A14A3B86A04D}"/>
          </ac:picMkLst>
        </pc:picChg>
        <pc:picChg chg="add mod ord">
          <ac:chgData name="신현주" userId="S::hjs2203@kico.co.kr::03faa449-58e2-4658-98fd-93ab2a07938e" providerId="AD" clId="Web-{65E000B1-CDB0-423B-8CE0-D2920A31DFC3}" dt="2025-04-01T01:23:36.522" v="1557"/>
          <ac:picMkLst>
            <pc:docMk/>
            <pc:sldMk cId="1522721764" sldId="878"/>
            <ac:picMk id="3" creationId="{C7118A92-9792-C51E-1313-6C66DA3DD53C}"/>
          </ac:picMkLst>
        </pc:picChg>
        <pc:picChg chg="del">
          <ac:chgData name="신현주" userId="S::hjs2203@kico.co.kr::03faa449-58e2-4658-98fd-93ab2a07938e" providerId="AD" clId="Web-{65E000B1-CDB0-423B-8CE0-D2920A31DFC3}" dt="2025-04-01T00:53:34.811" v="576"/>
          <ac:picMkLst>
            <pc:docMk/>
            <pc:sldMk cId="1522721764" sldId="878"/>
            <ac:picMk id="5" creationId="{2CFA1B2C-4605-B207-2411-FAA79DA5CB45}"/>
          </ac:picMkLst>
        </pc:picChg>
      </pc:sldChg>
    </pc:docChg>
  </pc:docChgLst>
  <pc:docChgLst>
    <pc:chgData name="게스트 사용자" userId="S::urn:spo:anon#d191b05c30ec65b35b6aa60483cfc99bac347d17f41ae877dc451e9747cf0b58::" providerId="AD" clId="Web-{A917085C-CF28-317D-84E7-C4F41D1C5017}"/>
    <pc:docChg chg="modSld">
      <pc:chgData name="게스트 사용자" userId="S::urn:spo:anon#d191b05c30ec65b35b6aa60483cfc99bac347d17f41ae877dc451e9747cf0b58::" providerId="AD" clId="Web-{A917085C-CF28-317D-84E7-C4F41D1C5017}" dt="2025-04-01T00:54:35.359" v="39" actId="20577"/>
      <pc:docMkLst>
        <pc:docMk/>
      </pc:docMkLst>
      <pc:sldChg chg="modSp">
        <pc:chgData name="게스트 사용자" userId="S::urn:spo:anon#d191b05c30ec65b35b6aa60483cfc99bac347d17f41ae877dc451e9747cf0b58::" providerId="AD" clId="Web-{A917085C-CF28-317D-84E7-C4F41D1C5017}" dt="2025-04-01T00:54:18.421" v="18" actId="20577"/>
        <pc:sldMkLst>
          <pc:docMk/>
          <pc:sldMk cId="1910414759" sldId="854"/>
        </pc:sldMkLst>
        <pc:spChg chg="mod">
          <ac:chgData name="게스트 사용자" userId="S::urn:spo:anon#d191b05c30ec65b35b6aa60483cfc99bac347d17f41ae877dc451e9747cf0b58::" providerId="AD" clId="Web-{A917085C-CF28-317D-84E7-C4F41D1C5017}" dt="2025-04-01T00:54:18.421" v="18" actId="20577"/>
          <ac:spMkLst>
            <pc:docMk/>
            <pc:sldMk cId="1910414759" sldId="854"/>
            <ac:spMk id="12297" creationId="{286AE480-720B-B2D5-294D-603B216D7240}"/>
          </ac:spMkLst>
        </pc:spChg>
      </pc:sldChg>
      <pc:sldChg chg="modSp">
        <pc:chgData name="게스트 사용자" userId="S::urn:spo:anon#d191b05c30ec65b35b6aa60483cfc99bac347d17f41ae877dc451e9747cf0b58::" providerId="AD" clId="Web-{A917085C-CF28-317D-84E7-C4F41D1C5017}" dt="2025-04-01T00:54:35.359" v="39" actId="20577"/>
        <pc:sldMkLst>
          <pc:docMk/>
          <pc:sldMk cId="3810723222" sldId="867"/>
        </pc:sldMkLst>
        <pc:spChg chg="mod">
          <ac:chgData name="게스트 사용자" userId="S::urn:spo:anon#d191b05c30ec65b35b6aa60483cfc99bac347d17f41ae877dc451e9747cf0b58::" providerId="AD" clId="Web-{A917085C-CF28-317D-84E7-C4F41D1C5017}" dt="2025-04-01T00:54:35.359" v="39" actId="20577"/>
          <ac:spMkLst>
            <pc:docMk/>
            <pc:sldMk cId="3810723222" sldId="867"/>
            <ac:spMk id="12297" creationId="{973A575E-F95C-D2F5-3A0B-016B65BC156F}"/>
          </ac:spMkLst>
        </pc:spChg>
      </pc:sldChg>
    </pc:docChg>
  </pc:docChgLst>
  <pc:docChgLst>
    <pc:chgData name="게스트 사용자" userId="S::urn:spo:anon#d191b05c30ec65b35b6aa60483cfc99bac347d17f41ae877dc451e9747cf0b58::" providerId="AD" clId="Web-{0A2D30B9-E71C-E3EC-FDBD-6FF7B315C1F8}"/>
    <pc:docChg chg="addSld delSld modSld modSection">
      <pc:chgData name="게스트 사용자" userId="S::urn:spo:anon#d191b05c30ec65b35b6aa60483cfc99bac347d17f41ae877dc451e9747cf0b58::" providerId="AD" clId="Web-{0A2D30B9-E71C-E3EC-FDBD-6FF7B315C1F8}" dt="2025-03-28T01:29:44.093" v="31"/>
      <pc:docMkLst>
        <pc:docMk/>
      </pc:docMkLst>
      <pc:sldChg chg="modSp add del">
        <pc:chgData name="게스트 사용자" userId="S::urn:spo:anon#d191b05c30ec65b35b6aa60483cfc99bac347d17f41ae877dc451e9747cf0b58::" providerId="AD" clId="Web-{0A2D30B9-E71C-E3EC-FDBD-6FF7B315C1F8}" dt="2025-03-28T01:28:20.731" v="20"/>
        <pc:sldMkLst>
          <pc:docMk/>
          <pc:sldMk cId="2813301369" sldId="817"/>
        </pc:sldMkLst>
        <pc:spChg chg="mod">
          <ac:chgData name="게스트 사용자" userId="S::urn:spo:anon#d191b05c30ec65b35b6aa60483cfc99bac347d17f41ae877dc451e9747cf0b58::" providerId="AD" clId="Web-{0A2D30B9-E71C-E3EC-FDBD-6FF7B315C1F8}" dt="2025-03-28T01:27:59.636" v="11" actId="20577"/>
          <ac:spMkLst>
            <pc:docMk/>
            <pc:sldMk cId="2813301369" sldId="817"/>
            <ac:spMk id="12296" creationId="{40BDAFE8-E9B8-975C-0324-9053811CA1E7}"/>
          </ac:spMkLst>
        </pc:spChg>
      </pc:sldChg>
      <pc:sldChg chg="add del">
        <pc:chgData name="게스트 사용자" userId="S::urn:spo:anon#d191b05c30ec65b35b6aa60483cfc99bac347d17f41ae877dc451e9747cf0b58::" providerId="AD" clId="Web-{0A2D30B9-E71C-E3EC-FDBD-6FF7B315C1F8}" dt="2025-03-28T01:28:52.841" v="24"/>
        <pc:sldMkLst>
          <pc:docMk/>
          <pc:sldMk cId="1005834523" sldId="821"/>
        </pc:sldMkLst>
      </pc:sldChg>
      <pc:sldChg chg="add del">
        <pc:chgData name="게스트 사용자" userId="S::urn:spo:anon#d191b05c30ec65b35b6aa60483cfc99bac347d17f41ae877dc451e9747cf0b58::" providerId="AD" clId="Web-{0A2D30B9-E71C-E3EC-FDBD-6FF7B315C1F8}" dt="2025-03-28T01:29:44.093" v="31"/>
        <pc:sldMkLst>
          <pc:docMk/>
          <pc:sldMk cId="3210952927" sldId="823"/>
        </pc:sldMkLst>
      </pc:sldChg>
      <pc:sldChg chg="add">
        <pc:chgData name="게스트 사용자" userId="S::urn:spo:anon#d191b05c30ec65b35b6aa60483cfc99bac347d17f41ae877dc451e9747cf0b58::" providerId="AD" clId="Web-{0A2D30B9-E71C-E3EC-FDBD-6FF7B315C1F8}" dt="2025-03-28T01:28:32.512" v="21"/>
        <pc:sldMkLst>
          <pc:docMk/>
          <pc:sldMk cId="2068983806" sldId="843"/>
        </pc:sldMkLst>
      </pc:sldChg>
      <pc:sldChg chg="add">
        <pc:chgData name="게스트 사용자" userId="S::urn:spo:anon#d191b05c30ec65b35b6aa60483cfc99bac347d17f41ae877dc451e9747cf0b58::" providerId="AD" clId="Web-{0A2D30B9-E71C-E3EC-FDBD-6FF7B315C1F8}" dt="2025-03-28T01:28:40.669" v="22"/>
        <pc:sldMkLst>
          <pc:docMk/>
          <pc:sldMk cId="1679000304" sldId="845"/>
        </pc:sldMkLst>
      </pc:sldChg>
      <pc:sldChg chg="add del">
        <pc:chgData name="게스트 사용자" userId="S::urn:spo:anon#d191b05c30ec65b35b6aa60483cfc99bac347d17f41ae877dc451e9747cf0b58::" providerId="AD" clId="Web-{0A2D30B9-E71C-E3EC-FDBD-6FF7B315C1F8}" dt="2025-03-28T01:29:20.702" v="29"/>
        <pc:sldMkLst>
          <pc:docMk/>
          <pc:sldMk cId="173563027" sldId="846"/>
        </pc:sldMkLst>
      </pc:sldChg>
      <pc:sldChg chg="addSp delSp modSp add">
        <pc:chgData name="게스트 사용자" userId="S::urn:spo:anon#d191b05c30ec65b35b6aa60483cfc99bac347d17f41ae877dc451e9747cf0b58::" providerId="AD" clId="Web-{0A2D30B9-E71C-E3EC-FDBD-6FF7B315C1F8}" dt="2025-03-28T01:28:15.949" v="19"/>
        <pc:sldMkLst>
          <pc:docMk/>
          <pc:sldMk cId="742428854" sldId="847"/>
        </pc:sldMkLst>
        <pc:spChg chg="add del mod">
          <ac:chgData name="게스트 사용자" userId="S::urn:spo:anon#d191b05c30ec65b35b6aa60483cfc99bac347d17f41ae877dc451e9747cf0b58::" providerId="AD" clId="Web-{0A2D30B9-E71C-E3EC-FDBD-6FF7B315C1F8}" dt="2025-03-28T01:28:07.027" v="15"/>
          <ac:spMkLst>
            <pc:docMk/>
            <pc:sldMk cId="742428854" sldId="847"/>
            <ac:spMk id="2" creationId="{3FB88FAA-D648-8C5A-0755-6ECFC0CCF98E}"/>
          </ac:spMkLst>
        </pc:spChg>
        <pc:spChg chg="add del mod">
          <ac:chgData name="게스트 사용자" userId="S::urn:spo:anon#d191b05c30ec65b35b6aa60483cfc99bac347d17f41ae877dc451e9747cf0b58::" providerId="AD" clId="Web-{0A2D30B9-E71C-E3EC-FDBD-6FF7B315C1F8}" dt="2025-03-28T01:28:15.949" v="19"/>
          <ac:spMkLst>
            <pc:docMk/>
            <pc:sldMk cId="742428854" sldId="847"/>
            <ac:spMk id="4" creationId="{11A57A9A-3DE1-B7C3-79AB-901F6BBA4EBE}"/>
          </ac:spMkLst>
        </pc:spChg>
      </pc:sldChg>
      <pc:sldChg chg="add del">
        <pc:chgData name="게스트 사용자" userId="S::urn:spo:anon#d191b05c30ec65b35b6aa60483cfc99bac347d17f41ae877dc451e9747cf0b58::" providerId="AD" clId="Web-{0A2D30B9-E71C-E3EC-FDBD-6FF7B315C1F8}" dt="2025-03-28T01:29:10.732" v="26"/>
        <pc:sldMkLst>
          <pc:docMk/>
          <pc:sldMk cId="2198855716" sldId="8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2820195-0516-27D2-5C24-F1F2D683B9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t" anchorCtr="0" compatLnSpc="1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7B95161-D84D-2F19-7786-3A077D32B7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E55305C-A137-8EC0-2BCF-505E9639715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b" anchorCtr="0" compatLnSpc="1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1E3DE91-56EA-C1F1-B1E7-DEC311DA53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F56246C7-DBF7-4379-9B6B-C8B5E1C88B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AC131CA-FC79-DE58-ED7B-A7220018FC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t" anchorCtr="0" compatLnSpc="1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1A75D03-0A57-A85E-AD18-A35830B15D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D170EEF-3F27-E524-473A-E7A6B7B4640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2313" y="754063"/>
            <a:ext cx="5351462" cy="3705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CF275EE-D042-8C36-94BB-FBBCBD86DF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b" anchorCtr="0" compatLnSpc="1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C47E646-1A91-628F-890C-8C7A9A701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1" tIns="0" rIns="19311" bIns="0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50AC45AA-D933-4FF9-A0B3-28B7F4695E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CEAB-D41D-74D4-FC85-691A7DB5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DE11A9-B6F4-DFF1-A2A7-AF09B9F1C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D1DB9C5-5739-B1F5-CA70-35D2EC65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198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4328-530B-BBCE-9EB7-F41F0F24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BD2CE9D-34C1-0A6D-4FD4-F2D230881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AB9F8F4-6369-B270-181C-3C4A2BC4E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7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FE82-C7C8-1E8F-BD2F-F68A1179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529381C-9700-9C9C-3C01-3BF076F71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EA77CB7-769A-9780-5931-903766D4F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81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FB86-C969-8417-FE78-31BDAF36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3FEAFAA-1CC2-C7DB-6E44-D97416018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9A88612-0C8F-E0C1-FE4C-AA7301D5A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70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5162-5AC7-B4E9-18EC-2F1098DE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0D43D77-CA67-2E14-4EE6-36499A033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2F59F84-5070-04D4-7B5C-DFF75E623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139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A4383-19E8-73DB-4E89-5695234A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BA93139-65A2-96B0-3393-724C6FF443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B4D1316-A931-FB08-97AE-D521BBFA4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444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3613-F2CE-FC21-CC58-05DB385D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09A18A1-C589-6592-C79C-95E886E54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DAD38FB-11E0-56BD-6F10-21A067952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798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D1F3-1C4F-397E-A8F1-509CC132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239A9FF-CD81-B729-0130-CA75F472F0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572BF6-AB0E-0C96-48FA-C71C0A245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716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38F83-2174-F1CC-9A5F-DFE772AB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2FF9F84-55D3-AE0B-7D7C-F380B6197F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DC1FDE2-D125-2C1C-B1CD-8E708E0A5C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18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35-1584-11AB-9436-7FC38FB8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1E136F0-80BA-FDBB-878E-CAC37D926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26A68A1-EED5-EB3D-DE6F-FFEBC6B81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868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96E9-452C-CAE9-388F-35A3C32E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6119567-4B15-17B3-9F5A-3965E62AE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BFD816D-E2B8-7E76-0E21-FC9F840A1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409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A71B-64D4-BED2-22BB-A87BE3A5F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45A5C4E-E113-A013-5FBF-ADFA71012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1449AF2-1D0E-13B3-20D3-CED28ADDF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26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A9E5-5195-C8CA-6BDF-753D01C1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430FA80-E473-602D-3CBA-C270FA25C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3F78D10-0DAC-0035-328A-AABBBD583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167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1A85-FA40-2C4B-1E02-DB7E18D1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3539EB8-2CDE-628D-3294-C7EDAD068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D10C536-B84F-4AF6-F28E-B79C53217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134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2B15-7525-4B77-7A06-797FC1C3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E6F77BA-434A-28F0-E4CA-52561A1D8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377C976-5EDC-2541-4872-4C00B598C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70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F364-D4C5-3DF4-DB2A-68121EB9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37BA27-4BA1-68BD-ACAD-EB83C83C1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CB83B35-C42F-FD4C-6C3C-671D90885D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708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823D-8137-45CC-302E-933D5501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2C099C9-B60A-97FF-F629-CDB9E037D0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F16CBA2-A4D7-F9CD-00F1-792F014F4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817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3005-6076-0CD7-8092-59907E876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5648A2C-4868-479F-FCC8-C7EF4891B4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F92DED9-4FB2-3DED-9F09-E7C963B18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74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36B4-3CBF-2162-A995-E870C167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A824049-37E7-283F-B9D9-E146B740F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9419458-1F33-1958-226A-E5785C4B0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70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9981-B22B-8F14-0BA0-7E69201B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9D16CBA-6A5F-9EC2-C75D-4825EBD779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379D371-3277-1680-171B-C6ACC139C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172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C30E-EECC-9EAE-272F-3738B8ED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2BB24D9-F7CB-A204-9D6A-4DD654976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02E1473-07EA-E169-20A9-59346B18D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706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DC2BB-1D1C-7EE2-429A-9143D92A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E538908-6A16-40C2-8FD0-55FDF04277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147CE45-5936-96E0-72D7-B535B5F74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00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CABA-5D11-A4D2-F1B8-725D2095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BDA559-8540-69BC-20B5-87C9124193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92C022E-547B-7DDF-2C29-C1E0AA8CD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3393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C3DF-831F-0954-AA81-82470EE3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7B2381E-C7ED-250E-7D4B-1AB19D4F9E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FC9D120-CAC0-B9B1-196E-8909D6256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1CB9-90B9-2A2E-42EE-A1BB751D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47185D6-77D1-E508-1807-A0722E3CE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A07A7E0-3C86-AB5B-D29E-CB86B066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5717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D71E-809A-7956-2D18-3DE7EFE3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D7703E1-BF57-BDC4-9BF7-7924F07B2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9B8ED69-882D-3253-7DFF-CF3458721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14875"/>
            <a:ext cx="4986338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2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5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73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2">
            <a:extLst>
              <a:ext uri="{FF2B5EF4-FFF2-40B4-BE49-F238E27FC236}">
                <a16:creationId xmlns:a16="http://schemas.microsoft.com/office/drawing/2014/main" id="{F52139C3-A762-E459-F699-C072AE461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350" y="127000"/>
            <a:ext cx="37973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사용자매뉴얼</a:t>
            </a:r>
          </a:p>
        </p:txBody>
      </p:sp>
      <p:sp>
        <p:nvSpPr>
          <p:cNvPr id="1060" name="Text Box 36">
            <a:extLst>
              <a:ext uri="{FF2B5EF4-FFF2-40B4-BE49-F238E27FC236}">
                <a16:creationId xmlns:a16="http://schemas.microsoft.com/office/drawing/2014/main" id="{CD59D745-FC76-4B6C-9D23-140FF4305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725" y="6583363"/>
            <a:ext cx="8540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6C12C3A9-7C20-4671-AAA5-7B999952993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8" name="Text Box 44">
            <a:extLst>
              <a:ext uri="{FF2B5EF4-FFF2-40B4-BE49-F238E27FC236}">
                <a16:creationId xmlns:a16="http://schemas.microsoft.com/office/drawing/2014/main" id="{0B0B2EB8-8C7D-8FAB-CD6E-DBD7D34B5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17475"/>
            <a:ext cx="3797300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표준프로세스</a:t>
            </a:r>
          </a:p>
        </p:txBody>
      </p:sp>
      <p:sp>
        <p:nvSpPr>
          <p:cNvPr id="1029" name="Text Box 45">
            <a:extLst>
              <a:ext uri="{FF2B5EF4-FFF2-40B4-BE49-F238E27FC236}">
                <a16:creationId xmlns:a16="http://schemas.microsoft.com/office/drawing/2014/main" id="{4A7DEC1E-8C52-818D-9C83-C0DFD3BB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6578600"/>
            <a:ext cx="3797300" cy="230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교보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DTS</a:t>
            </a:r>
          </a:p>
        </p:txBody>
      </p:sp>
      <p:sp>
        <p:nvSpPr>
          <p:cNvPr id="1030" name="Line 51">
            <a:extLst>
              <a:ext uri="{FF2B5EF4-FFF2-40B4-BE49-F238E27FC236}">
                <a16:creationId xmlns:a16="http://schemas.microsoft.com/office/drawing/2014/main" id="{293F4F5D-2826-6432-0A46-60B0600A1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422275"/>
            <a:ext cx="94488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1" name="Text Box 52">
            <a:extLst>
              <a:ext uri="{FF2B5EF4-FFF2-40B4-BE49-F238E27FC236}">
                <a16:creationId xmlns:a16="http://schemas.microsoft.com/office/drawing/2014/main" id="{8886A5D7-D7DF-967D-7A5D-378118A0E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588" y="6575425"/>
            <a:ext cx="3797300" cy="2286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Ver. 1.0</a:t>
            </a:r>
          </a:p>
        </p:txBody>
      </p:sp>
      <p:sp>
        <p:nvSpPr>
          <p:cNvPr id="1032" name="Line 58">
            <a:extLst>
              <a:ext uri="{FF2B5EF4-FFF2-40B4-BE49-F238E27FC236}">
                <a16:creationId xmlns:a16="http://schemas.microsoft.com/office/drawing/2014/main" id="{8B672796-7DF7-94F6-0FAB-E31049E0A9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3525" y="6556375"/>
            <a:ext cx="9448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53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7DD16-BF62-38AD-A298-0312EF0D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203">
            <a:extLst>
              <a:ext uri="{FF2B5EF4-FFF2-40B4-BE49-F238E27FC236}">
                <a16:creationId xmlns:a16="http://schemas.microsoft.com/office/drawing/2014/main" id="{88A97931-8B5C-1215-2F47-2814431A5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947988"/>
            <a:ext cx="9020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endParaRPr lang="en-US" altLang="ko-KR" sz="2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3253D6-A342-CE80-4F77-76142BCA0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72" r="40389" b="46282"/>
          <a:stretch/>
        </p:blipFill>
        <p:spPr>
          <a:xfrm>
            <a:off x="3750440" y="2827732"/>
            <a:ext cx="360768" cy="24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2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955A-98C0-FE16-9C2D-906F9014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E59B69B-5D97-9866-D5EA-F7743F874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70" y="2051239"/>
            <a:ext cx="6645668" cy="2755521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130E194F-7EE8-D15D-6EF4-0442BCE9F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ExHm0010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5DA7F7D-1EE3-3D12-C3B7-87E2A42D7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D53FD237-8597-18BB-89BE-9E53C638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AF7D03EE-CB08-4E72-0B60-018DE3DD8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B3F3735E-08A2-5BAC-8D63-F65934562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6F4C94EF-B67A-1756-F037-B9AFBB4DC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C54DE5DC-AD89-5A9C-0D31-9E35E2151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725851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건강검진병원의 정보를 </a:t>
            </a:r>
            <a:r>
              <a:rPr lang="ko-KR" altLang="en-US" sz="90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등록관리합니다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검진병원 등록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해당 병원 상세 화면 이동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해당 병원 담당자관리 화면 이동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검진일정관리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해당 병원 검진일정 관리 화면 이동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담당자 등록 팝업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AF42930E-62DB-D828-ED04-C24A866A0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B75E6611-695C-E53C-119A-49561692D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 목록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84A10346-1DEA-FD5A-C9DB-3FAE17473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1F0E4E15-3FC2-3E5A-3ACF-CC833A5D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71FC24BF-4AAD-6EAD-4961-F2C2B8B09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B31DBB-C492-98A3-7761-8D989A205A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92" t="-9841" b="-2"/>
          <a:stretch/>
        </p:blipFill>
        <p:spPr>
          <a:xfrm>
            <a:off x="5614408" y="2863888"/>
            <a:ext cx="1335668" cy="227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985667-34B7-5D03-5C34-420746C32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816" y="4496048"/>
            <a:ext cx="667909" cy="315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C41C937B-F84D-FC2B-3457-0EE792FD5296}"/>
              </a:ext>
            </a:extLst>
          </p:cNvPr>
          <p:cNvSpPr/>
          <p:nvPr/>
        </p:nvSpPr>
        <p:spPr bwMode="auto">
          <a:xfrm>
            <a:off x="5466377" y="271161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400CDC-CB93-4EE4-5D64-B764EA14E970}"/>
              </a:ext>
            </a:extLst>
          </p:cNvPr>
          <p:cNvSpPr/>
          <p:nvPr/>
        </p:nvSpPr>
        <p:spPr bwMode="auto">
          <a:xfrm>
            <a:off x="6321538" y="437420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8476085-F64A-B263-703A-4DA151B09BC3}"/>
              </a:ext>
            </a:extLst>
          </p:cNvPr>
          <p:cNvSpPr/>
          <p:nvPr/>
        </p:nvSpPr>
        <p:spPr bwMode="auto">
          <a:xfrm>
            <a:off x="5991526" y="271161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EA2EC20-BC9B-3741-4F18-F63438E7D263}"/>
              </a:ext>
            </a:extLst>
          </p:cNvPr>
          <p:cNvSpPr/>
          <p:nvPr/>
        </p:nvSpPr>
        <p:spPr bwMode="auto">
          <a:xfrm>
            <a:off x="6466832" y="270653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806CAA6-98DD-590A-2944-9F66963114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98" b="-1"/>
          <a:stretch/>
        </p:blipFill>
        <p:spPr>
          <a:xfrm>
            <a:off x="2697523" y="4553178"/>
            <a:ext cx="2372050" cy="18372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FEDCBB31-C0B5-E320-A8F0-1C27E3936E66}"/>
              </a:ext>
            </a:extLst>
          </p:cNvPr>
          <p:cNvCxnSpPr>
            <a:cxnSpLocks/>
            <a:stCxn id="8" idx="2"/>
            <a:endCxn id="15" idx="3"/>
          </p:cNvCxnSpPr>
          <p:nvPr/>
        </p:nvCxnSpPr>
        <p:spPr bwMode="auto">
          <a:xfrm rot="5400000">
            <a:off x="4485662" y="3675242"/>
            <a:ext cx="2380492" cy="1212669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E7F05B0F-99EF-585E-F6AD-25C4350DEB44}"/>
              </a:ext>
            </a:extLst>
          </p:cNvPr>
          <p:cNvSpPr/>
          <p:nvPr/>
        </p:nvSpPr>
        <p:spPr bwMode="auto">
          <a:xfrm>
            <a:off x="2562766" y="446704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37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9A0E8-CE14-A449-AF72-8018238E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EC5438-93CE-0AED-4E0E-9FD5AD10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7" y="1579111"/>
            <a:ext cx="6624487" cy="1504148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E2E90167-D748-52EE-BEBD-2C0C4416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33A3247-94DF-1205-8FA3-BAA0979B4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1FE1A26F-19FE-92B4-4219-360A7CF6D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2E759A5-D1C0-1683-AE38-B67622A6B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30E40DA8-ABC6-01BC-219A-EB6497324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D60D4EA8-9F4D-2278-AC12-4F42F7337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43E3BED9-7B46-0B8A-E572-FF893E9BC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건강검진병원의 패키지 정보를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등록관리합니다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정보수정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 정보 수정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정보 등록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기본템플릿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기본 템플릿 등록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선택한 패키지 복사되어 등록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패키지명 클릭 시 패키지 상세화면 이동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연도별 등록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ㄴ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패키지 복사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사업연도 선택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CFE97ECD-2CD4-3889-F17D-115378584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233EA33B-2F68-47A7-3FE1-6D6666894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 상세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E7113720-D275-AA89-F408-5CD92E770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1DF4BB0C-176F-75FE-1924-8594AC152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2C113616-B6B5-944A-FF75-F9F1BE9A1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B03F3F-A94D-360F-0B6E-EB3921A8E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404" y="1803162"/>
            <a:ext cx="2039209" cy="2645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17A50926-3A49-8A8E-5267-F16E8C9FA54E}"/>
              </a:ext>
            </a:extLst>
          </p:cNvPr>
          <p:cNvSpPr/>
          <p:nvPr/>
        </p:nvSpPr>
        <p:spPr bwMode="auto">
          <a:xfrm>
            <a:off x="2247865" y="16232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911D4E5-FF3A-05ED-C2F5-1EA181F50929}"/>
              </a:ext>
            </a:extLst>
          </p:cNvPr>
          <p:cNvSpPr/>
          <p:nvPr/>
        </p:nvSpPr>
        <p:spPr bwMode="auto">
          <a:xfrm>
            <a:off x="2968776" y="16232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5C88AA5-BBA1-6627-102E-6DDBA43B5E02}"/>
              </a:ext>
            </a:extLst>
          </p:cNvPr>
          <p:cNvSpPr/>
          <p:nvPr/>
        </p:nvSpPr>
        <p:spPr bwMode="auto">
          <a:xfrm>
            <a:off x="3665852" y="16232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B561555-950A-EB4B-2827-5CB5A742A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39" y="2527080"/>
            <a:ext cx="487853" cy="1987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69C4579-17EA-E239-955D-91B037BFEEED}"/>
              </a:ext>
            </a:extLst>
          </p:cNvPr>
          <p:cNvSpPr/>
          <p:nvPr/>
        </p:nvSpPr>
        <p:spPr bwMode="auto">
          <a:xfrm>
            <a:off x="6198633" y="248532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BB49DEC-9AE2-1D6A-6862-02E2DE98FE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" t="2545" r="36173" b="7286"/>
          <a:stretch/>
        </p:blipFill>
        <p:spPr>
          <a:xfrm>
            <a:off x="793761" y="3794997"/>
            <a:ext cx="4159239" cy="18511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4EB9389D-D686-8892-1658-657AD96849CB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 bwMode="auto">
          <a:xfrm rot="5400000">
            <a:off x="2233051" y="2708038"/>
            <a:ext cx="1727289" cy="446628"/>
          </a:xfrm>
          <a:prstGeom prst="bentConnector3">
            <a:avLst>
              <a:gd name="adj1" fmla="val 50000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A10FF0E5-407A-043A-7FB6-7AAD9979C4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1589" b="-2370"/>
          <a:stretch/>
        </p:blipFill>
        <p:spPr>
          <a:xfrm>
            <a:off x="964111" y="4286383"/>
            <a:ext cx="1082304" cy="240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EA4CF0FF-247E-5F4E-2CB2-2951AB785D4B}"/>
              </a:ext>
            </a:extLst>
          </p:cNvPr>
          <p:cNvSpPr/>
          <p:nvPr/>
        </p:nvSpPr>
        <p:spPr bwMode="auto">
          <a:xfrm>
            <a:off x="1645044" y="249701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A8DE332-8727-397F-0404-500BCDF5792B}"/>
              </a:ext>
            </a:extLst>
          </p:cNvPr>
          <p:cNvSpPr/>
          <p:nvPr/>
        </p:nvSpPr>
        <p:spPr bwMode="auto">
          <a:xfrm>
            <a:off x="796231" y="421156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92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6679-B1C7-FB83-1FBA-48313AAF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79C85F-2CA4-FC17-D634-818E46C6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12" y="1546016"/>
            <a:ext cx="6687199" cy="2032499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CFC149BA-0EF5-D2BC-4226-A7EA4448B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ExHm0040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6EBCDBB-3B69-A520-B0A3-979A8C5D0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625AD151-949A-A66E-20EA-720E8B21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CB11E69-3B1E-0C23-81AF-2B4326541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0A1CEB43-05F4-8A58-FB7C-806DCF0AB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581923C1-09F1-5F64-1B9A-E14BF2F6D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E470A629-F65D-5761-A5BB-BA5CB6212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등록한 패키지 상세정보를 확인합니다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정보 수정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펼침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등록한 검사항목 노출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관리하기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검사항목 등록 관리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52A92D5A-E87A-7ADD-BF05-91B857A02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12A54581-7C70-1366-717E-74AC9B06B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상세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5B31CBAF-7511-2C3A-CD47-F9818086E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C4AB1CBE-1AB5-58C9-7F1A-934CA094C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003DFF8B-6CBD-801E-FAE3-EA6CB3BE8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61E9CF-94F9-59E8-41B6-A4C69E261F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72"/>
          <a:stretch/>
        </p:blipFill>
        <p:spPr>
          <a:xfrm>
            <a:off x="699800" y="3005914"/>
            <a:ext cx="141102" cy="1619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37B4EC-37B1-93EE-326A-C761163F6419}"/>
              </a:ext>
            </a:extLst>
          </p:cNvPr>
          <p:cNvSpPr/>
          <p:nvPr/>
        </p:nvSpPr>
        <p:spPr bwMode="auto">
          <a:xfrm>
            <a:off x="650095" y="2966632"/>
            <a:ext cx="240512" cy="240512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E4A697F-2362-7684-7300-61FBBF090E8B}"/>
              </a:ext>
            </a:extLst>
          </p:cNvPr>
          <p:cNvSpPr/>
          <p:nvPr/>
        </p:nvSpPr>
        <p:spPr bwMode="auto">
          <a:xfrm>
            <a:off x="459288" y="281314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134EA51-3A1A-98B6-9D8E-89156A30F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432" y="2690449"/>
            <a:ext cx="557707" cy="2506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F67E3DF0-9725-5BC0-9D47-0F599708CA84}"/>
              </a:ext>
            </a:extLst>
          </p:cNvPr>
          <p:cNvSpPr/>
          <p:nvPr/>
        </p:nvSpPr>
        <p:spPr bwMode="auto">
          <a:xfrm>
            <a:off x="6156933" y="269044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E5F982E-A4C5-45F5-C244-9C17C7C74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266" y="3012738"/>
            <a:ext cx="551622" cy="97820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DEB7591-7273-CB67-EE11-9DFA385F18BF}"/>
              </a:ext>
            </a:extLst>
          </p:cNvPr>
          <p:cNvSpPr/>
          <p:nvPr/>
        </p:nvSpPr>
        <p:spPr bwMode="auto">
          <a:xfrm>
            <a:off x="6220459" y="300365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207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595C-23CA-BF76-24DB-122DA4F8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402A73E-A64D-CF2B-9583-E357270BF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ExHm0060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413E151-ABFE-8ACB-826D-A4F0C19E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43F6BB9E-95A5-3B52-2FC9-A0FED57F3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AF6CA45-2316-42E6-97F5-02FF6938B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7E58B245-A42A-7C45-8A12-866198480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F606B0B8-76AF-7B4C-2260-599EA853E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A83AFB8-6957-E99A-788A-0F306A964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기본검사항목을 등록합니다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기본검사항목 등록 팝업 노출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클릭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항목선택 팝업 노출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등록할 기본검사항목 선택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순서가 현재 숫자로 입력하게 되어 있으나 화살표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버튼등으로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위치 수정가능해야 함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항목을 수정하고 창을 닫으면 내가 수정한 항목에 화면이 위치해야 함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59A58167-95F9-9D16-B4F2-6C60198CB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80F79B40-BDBA-270D-B4C9-78C4E1A8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기본검사 목록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F4224F16-873B-497F-0CD9-F19C97C3E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D707564B-5D6C-A4A3-F6F3-C2A9CF64C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C6BFCB44-4CE3-E44D-1BA0-6EA9EE516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F6D985-B782-E09E-C011-CFBA524E5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53" y="1574656"/>
            <a:ext cx="6611568" cy="15133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DC99AB-6E65-9A13-54A1-7E53850BD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87" y="3088006"/>
            <a:ext cx="711417" cy="2808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DD52EB-9E87-D245-6441-F1676C7CF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41" y="4030363"/>
            <a:ext cx="3930036" cy="2364939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CAE507-B022-8185-F8ED-C991744495DF}"/>
              </a:ext>
            </a:extLst>
          </p:cNvPr>
          <p:cNvGrpSpPr/>
          <p:nvPr/>
        </p:nvGrpSpPr>
        <p:grpSpPr>
          <a:xfrm>
            <a:off x="3149160" y="1762447"/>
            <a:ext cx="2708203" cy="2007548"/>
            <a:chOff x="3249284" y="1685288"/>
            <a:chExt cx="2708203" cy="200754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8C4F92E-2BAF-5E4A-E914-69908E2B3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9284" y="1685288"/>
              <a:ext cx="2708203" cy="200754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2C05142-4A80-567F-3157-2624075D2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4751"/>
            <a:stretch/>
          </p:blipFill>
          <p:spPr>
            <a:xfrm>
              <a:off x="5554280" y="2351698"/>
              <a:ext cx="194906" cy="17147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D09C246-6261-D725-A91A-31E8BE897C24}"/>
              </a:ext>
            </a:extLst>
          </p:cNvPr>
          <p:cNvCxnSpPr>
            <a:cxnSpLocks/>
            <a:stCxn id="11" idx="2"/>
            <a:endCxn id="20" idx="3"/>
          </p:cNvCxnSpPr>
          <p:nvPr/>
        </p:nvCxnSpPr>
        <p:spPr bwMode="auto">
          <a:xfrm rot="5400000">
            <a:off x="3642842" y="3304066"/>
            <a:ext cx="2612502" cy="1205032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6147B1D-A844-6494-0A50-785D03337EA7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 bwMode="auto">
          <a:xfrm rot="10800000">
            <a:off x="5857363" y="2766222"/>
            <a:ext cx="358324" cy="462197"/>
          </a:xfrm>
          <a:prstGeom prst="bentConnector3">
            <a:avLst>
              <a:gd name="adj1" fmla="val 50000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C7F0CA6A-20E8-39AE-817C-7C36547B980D}"/>
              </a:ext>
            </a:extLst>
          </p:cNvPr>
          <p:cNvSpPr/>
          <p:nvPr/>
        </p:nvSpPr>
        <p:spPr bwMode="auto">
          <a:xfrm>
            <a:off x="6115275" y="294306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967EB2F-06A3-3636-4562-E028BA921DCB}"/>
              </a:ext>
            </a:extLst>
          </p:cNvPr>
          <p:cNvSpPr/>
          <p:nvPr/>
        </p:nvSpPr>
        <p:spPr bwMode="auto">
          <a:xfrm>
            <a:off x="5192429" y="240291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6AF1882-2736-27DA-C6B2-01DC6395AC94}"/>
              </a:ext>
            </a:extLst>
          </p:cNvPr>
          <p:cNvSpPr/>
          <p:nvPr/>
        </p:nvSpPr>
        <p:spPr bwMode="auto">
          <a:xfrm>
            <a:off x="325653" y="415053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92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E005-6BAB-D4EB-42F2-CC7DF7F7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518E025-C89F-6993-6B67-D229C3489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ExHm0080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5BEAD38-8367-AD52-1A60-390F942F7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B245EFC3-5C5E-AB0D-B0B3-1FA354EFF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25BF0694-CA06-1BCF-B87E-A25BD7119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6BCE2105-BF04-F8BC-2FF6-8C7865CB4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9D2F657F-C05E-9A5F-7721-446277AB0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A079F804-9ABF-E6E4-32C6-8436ACE27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선택검사항목을 등록합니다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선택검사항목 등록 팝업 노출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클릭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항목선택 팝업 노출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등록할 선택검사항목 선택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0B822005-8EC7-9AD6-74B6-CB4DA4AF4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1593E10E-93B2-4FD5-E622-BC6A72A0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선택검사 목록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AB37D6A0-D35E-9BF5-975A-0C782F91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BC6B268C-717D-824C-6779-9E2F4E63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877E53D2-048A-E0A2-2F65-58744324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86BC87-CBF5-86A9-E673-7A0D4F12A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7" y="1560512"/>
            <a:ext cx="6677026" cy="1712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CBC026-CED9-2B99-50AE-A50F0D16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87" y="3333511"/>
            <a:ext cx="711417" cy="2808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F44CA8-F3CE-FD7A-ECCF-C15078A34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386" y="1600485"/>
            <a:ext cx="2844678" cy="2266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8703861-2215-BD0D-3AE1-1DAA27BAB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541" y="4272373"/>
            <a:ext cx="3527866" cy="212292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E40F924-8D30-A18F-8B06-E6A53EA5C9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751"/>
          <a:stretch/>
        </p:blipFill>
        <p:spPr>
          <a:xfrm>
            <a:off x="5174118" y="2363938"/>
            <a:ext cx="194906" cy="171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3DC9DEB-E8EE-B475-BF88-AEF3D55C1368}"/>
              </a:ext>
            </a:extLst>
          </p:cNvPr>
          <p:cNvCxnSpPr>
            <a:cxnSpLocks/>
            <a:stCxn id="15" idx="2"/>
            <a:endCxn id="12" idx="3"/>
          </p:cNvCxnSpPr>
          <p:nvPr/>
        </p:nvCxnSpPr>
        <p:spPr bwMode="auto">
          <a:xfrm rot="5400000">
            <a:off x="3208776" y="3271043"/>
            <a:ext cx="2798426" cy="1327164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15BA12F5-CDB8-1888-E7DA-FF0217BA2706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 bwMode="auto">
          <a:xfrm rot="10800000">
            <a:off x="5496065" y="2733645"/>
            <a:ext cx="719623" cy="740279"/>
          </a:xfrm>
          <a:prstGeom prst="bentConnector3">
            <a:avLst>
              <a:gd name="adj1" fmla="val 50000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98D1CD55-5C4C-613B-05A3-EDF8C9BE734D}"/>
              </a:ext>
            </a:extLst>
          </p:cNvPr>
          <p:cNvSpPr/>
          <p:nvPr/>
        </p:nvSpPr>
        <p:spPr bwMode="auto">
          <a:xfrm>
            <a:off x="6055744" y="320347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B4BAB2B-B282-D883-E487-A04978EF741C}"/>
              </a:ext>
            </a:extLst>
          </p:cNvPr>
          <p:cNvSpPr/>
          <p:nvPr/>
        </p:nvSpPr>
        <p:spPr bwMode="auto">
          <a:xfrm>
            <a:off x="4941917" y="233723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553F824-430A-2F8F-0F75-850AD7C00EE6}"/>
              </a:ext>
            </a:extLst>
          </p:cNvPr>
          <p:cNvSpPr/>
          <p:nvPr/>
        </p:nvSpPr>
        <p:spPr bwMode="auto">
          <a:xfrm>
            <a:off x="325653" y="415053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65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058D-F7FE-AF0D-453F-E518A5C0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C4DD55B-5BC6-419B-8179-8EF4CD0CF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7" y="1533525"/>
            <a:ext cx="6637338" cy="1548712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98960043-8921-6DF1-EF06-7B3C4854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ExHm0100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AAC263C-D2A0-78BB-332C-571430AAA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09BBC8CA-6212-5E52-06B3-51885C437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1274A2D9-A5F5-13AF-EA50-B21754C26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9E63701B-58EE-D345-262D-2548BA3DD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C4AC0C23-CB80-2006-8DF9-B4799575D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BF854580-647A-7C4A-37E0-1D3F11C8A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추가검사항목을 등록합니다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신규등록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추가검사항목 등록 팝업 노출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클릭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항목선택 팝업 노출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등록할 추가검사항목 선택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C1C91FF3-6E67-3566-DB2F-A1EBA0420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검진병원등록관리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6E26BBFA-066C-0D2C-944D-F7C740097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추가검사 목록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0354BAB1-2CE7-804E-CC8A-F524668E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A271C173-A620-6CCC-C8FD-2A9902B5C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B5444E4E-B496-E73A-2499-BC8C15CD1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0661E5-5CC3-FF1B-2612-8FB9B89E8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890" y="1590712"/>
            <a:ext cx="3101150" cy="22444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A9BC4E-F135-AEAF-7EE0-69CF7F492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87" y="3130006"/>
            <a:ext cx="711417" cy="2808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C49399FB-B463-D7C3-4F44-F993E7C4AB32}"/>
              </a:ext>
            </a:extLst>
          </p:cNvPr>
          <p:cNvCxnSpPr>
            <a:cxnSpLocks/>
            <a:stCxn id="9" idx="1"/>
            <a:endCxn id="6" idx="3"/>
          </p:cNvCxnSpPr>
          <p:nvPr/>
        </p:nvCxnSpPr>
        <p:spPr bwMode="auto">
          <a:xfrm rot="10800000">
            <a:off x="5525041" y="2712952"/>
            <a:ext cx="690647" cy="557466"/>
          </a:xfrm>
          <a:prstGeom prst="bentConnector3">
            <a:avLst>
              <a:gd name="adj1" fmla="val 50000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41DE045-5C58-BD07-A8DF-28FB3B97CF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541" y="4272373"/>
            <a:ext cx="3527866" cy="212292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0630257-FB83-D1ED-B61C-3E75105E96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751"/>
          <a:stretch/>
        </p:blipFill>
        <p:spPr>
          <a:xfrm>
            <a:off x="5073256" y="2406824"/>
            <a:ext cx="194906" cy="171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259BBC2-CA41-856F-F419-B520D7CB6793}"/>
              </a:ext>
            </a:extLst>
          </p:cNvPr>
          <p:cNvCxnSpPr>
            <a:cxnSpLocks/>
            <a:stCxn id="14" idx="2"/>
            <a:endCxn id="13" idx="3"/>
          </p:cNvCxnSpPr>
          <p:nvPr/>
        </p:nvCxnSpPr>
        <p:spPr bwMode="auto">
          <a:xfrm rot="5400000">
            <a:off x="3179788" y="3342917"/>
            <a:ext cx="2755540" cy="1226302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B3959AC-CE17-3E21-9E4D-05802BB9E8DE}"/>
              </a:ext>
            </a:extLst>
          </p:cNvPr>
          <p:cNvSpPr/>
          <p:nvPr/>
        </p:nvSpPr>
        <p:spPr bwMode="auto">
          <a:xfrm>
            <a:off x="6087495" y="300385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3F44BD9-5F40-55F3-B8AA-43D3DCD8B653}"/>
              </a:ext>
            </a:extLst>
          </p:cNvPr>
          <p:cNvSpPr/>
          <p:nvPr/>
        </p:nvSpPr>
        <p:spPr bwMode="auto">
          <a:xfrm>
            <a:off x="4832745" y="232765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74F6488-3394-B38E-7EFD-5BB2AD638467}"/>
              </a:ext>
            </a:extLst>
          </p:cNvPr>
          <p:cNvSpPr/>
          <p:nvPr/>
        </p:nvSpPr>
        <p:spPr bwMode="auto">
          <a:xfrm>
            <a:off x="325653" y="415053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519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D8A6-F7DD-055B-2D7E-0ABD060E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5D3C606-C148-8F58-AE39-0C0689745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7" y="1560512"/>
            <a:ext cx="6677025" cy="3200395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8DE513DA-5857-A35A-7559-1A1B432B4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ExRe0020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D021211-C65B-33C7-979A-ECC6ECB5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61D13F40-B3EE-9407-F8FE-106F97FBF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ACE8F223-58FE-1D15-4925-C7E7EF807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81E96BA9-4E63-3D6D-C9F4-1D90EEE9C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410D64B0-D885-B9A6-68FA-86C0FD473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90D30C30-B310-3097-E5A1-1A3BD0D0A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고객이 신청한 건강검진예약을 처리합니다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패키지 선택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추가검사 수정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추가검사 항목 선택 팝업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확정일 선택 후 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예약확정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예약취소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예약 취소 처리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 err="1">
                <a:latin typeface="맑은 고딕" panose="020B0503020000020004" pitchFamily="50" charset="-127"/>
                <a:ea typeface="맑은 고딕" panose="020B0503020000020004" pitchFamily="50" charset="-127"/>
              </a:rPr>
              <a:t>ㄴ예약확정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상태는 확정 취소 후 처리 가능</a:t>
            </a: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20C24F3E-1B78-EAB8-A48B-DE212099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신청내역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BE8389F9-BAC8-CDD6-2084-0FC01A74A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신청내역 상세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F79BAD70-3C56-41DE-8BB8-20C57BBFF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413EC0E3-76B1-6C4D-2F84-538FA2C2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386E789E-E83D-FEF5-D2D1-3EB2AAA08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EB738F0C-A437-F0C7-B349-E33EB00D9212}"/>
              </a:ext>
            </a:extLst>
          </p:cNvPr>
          <p:cNvCxnSpPr>
            <a:cxnSpLocks/>
          </p:cNvCxnSpPr>
          <p:nvPr/>
        </p:nvCxnSpPr>
        <p:spPr bwMode="auto">
          <a:xfrm>
            <a:off x="4384359" y="3618712"/>
            <a:ext cx="585292" cy="616905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DE7B028-1359-5F8C-5D65-79A737FAD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400" y="2406824"/>
            <a:ext cx="710676" cy="2474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301E5F-5990-4B06-1AC5-5E660DD7B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192" y="4414112"/>
            <a:ext cx="481024" cy="21744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C2FFE0-4B51-1DD4-E892-DE4994FD3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6315" y="4235617"/>
            <a:ext cx="3871108" cy="16737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99D655C-6C0F-1FF7-67CD-BE8D4EFF0A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580"/>
          <a:stretch/>
        </p:blipFill>
        <p:spPr>
          <a:xfrm>
            <a:off x="3384529" y="3373692"/>
            <a:ext cx="962048" cy="4900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CC0BBD8-F918-ED3D-CCAA-56117A1102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863" y="3400040"/>
            <a:ext cx="420425" cy="175177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96F4AB56-D1C8-7753-5D42-C2DE14CAB2BA}"/>
              </a:ext>
            </a:extLst>
          </p:cNvPr>
          <p:cNvSpPr/>
          <p:nvPr/>
        </p:nvSpPr>
        <p:spPr bwMode="auto">
          <a:xfrm>
            <a:off x="2578774" y="337820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458EC7C-855E-9260-30D0-36E07084D650}"/>
              </a:ext>
            </a:extLst>
          </p:cNvPr>
          <p:cNvSpPr/>
          <p:nvPr/>
        </p:nvSpPr>
        <p:spPr bwMode="auto">
          <a:xfrm>
            <a:off x="1052185" y="431712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D0A188B-896E-FC0B-836B-65717507483E}"/>
              </a:ext>
            </a:extLst>
          </p:cNvPr>
          <p:cNvCxnSpPr>
            <a:cxnSpLocks/>
            <a:stCxn id="18" idx="0"/>
            <a:endCxn id="14" idx="0"/>
          </p:cNvCxnSpPr>
          <p:nvPr/>
        </p:nvCxnSpPr>
        <p:spPr bwMode="auto">
          <a:xfrm rot="5400000" flipH="1" flipV="1">
            <a:off x="3419140" y="2953628"/>
            <a:ext cx="26348" cy="866477"/>
          </a:xfrm>
          <a:prstGeom prst="bentConnector3">
            <a:avLst>
              <a:gd name="adj1" fmla="val 649484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847940A0-08B5-DFF2-D4A5-FCDE87D0C5AA}"/>
              </a:ext>
            </a:extLst>
          </p:cNvPr>
          <p:cNvSpPr/>
          <p:nvPr/>
        </p:nvSpPr>
        <p:spPr bwMode="auto">
          <a:xfrm>
            <a:off x="6036069" y="231642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3AFBED5-5386-FB4D-01AB-9AB569E7976F}"/>
              </a:ext>
            </a:extLst>
          </p:cNvPr>
          <p:cNvSpPr/>
          <p:nvPr/>
        </p:nvSpPr>
        <p:spPr bwMode="auto">
          <a:xfrm>
            <a:off x="2901932" y="411558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6ED8EF43-1455-880D-7E3F-320E14152EF3}"/>
              </a:ext>
            </a:extLst>
          </p:cNvPr>
          <p:cNvSpPr/>
          <p:nvPr/>
        </p:nvSpPr>
        <p:spPr bwMode="auto">
          <a:xfrm>
            <a:off x="4306099" y="3463792"/>
            <a:ext cx="45719" cy="309840"/>
          </a:xfrm>
          <a:prstGeom prst="rightBrace">
            <a:avLst/>
          </a:prstGeom>
          <a:solidFill>
            <a:srgbClr val="EAEAE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322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A7D4-3C94-7AC5-8AC5-7919C6AD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79A427E-5A75-5F54-0F2F-E60EAEA9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ExRe0020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78010BA-B829-E9A1-A688-D73FB923A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DF84530B-9F6E-A55C-CB93-A578DE734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EA18C7B3-82BC-7F66-98D5-3C50E1DF7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31AC81E2-822B-2E7A-8D97-001A36459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2FA05F73-9C3F-120C-D01D-A45401C7D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539CB7D-728F-8243-7CD9-00099F19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상담사 또는 병원관리자가 특이사항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전달사항을 입력합니다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상담사가 고객요청사항 입력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병원관리자가 전달사항 입력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내부용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상담특이사항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입력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병원관리자에게는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미노출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 입력 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349FE5C5-39BB-FA6A-CB8F-F7C59EEE2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신청내역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FA4E4800-648E-A2AD-46DD-5D167F665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신청내역 상세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메모영역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1721AEC4-2B10-0942-8AC5-8DD2A401A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30DC6DC4-7B9F-BCA0-7DA5-08E3FD106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0C141C5B-1C1A-1850-6DFB-D1D95BB20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50613E-5434-8C5A-E8D0-012A1C76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024" b="12173"/>
          <a:stretch/>
        </p:blipFill>
        <p:spPr>
          <a:xfrm>
            <a:off x="294005" y="1693631"/>
            <a:ext cx="6531254" cy="2517033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6380DB2-4F0B-08ED-24FF-D8A90EA69355}"/>
              </a:ext>
            </a:extLst>
          </p:cNvPr>
          <p:cNvSpPr/>
          <p:nvPr/>
        </p:nvSpPr>
        <p:spPr bwMode="auto">
          <a:xfrm>
            <a:off x="804168" y="169363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948CBD6-7E77-CA0A-9A24-3DF6C438A834}"/>
              </a:ext>
            </a:extLst>
          </p:cNvPr>
          <p:cNvSpPr/>
          <p:nvPr/>
        </p:nvSpPr>
        <p:spPr bwMode="auto">
          <a:xfrm>
            <a:off x="837652" y="254794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73EF519-F011-7676-43A5-E75E34F1BF8B}"/>
              </a:ext>
            </a:extLst>
          </p:cNvPr>
          <p:cNvSpPr/>
          <p:nvPr/>
        </p:nvSpPr>
        <p:spPr bwMode="auto">
          <a:xfrm>
            <a:off x="871876" y="337930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CA91F99-CAC2-05A0-430E-F0D900989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233" y="4280485"/>
            <a:ext cx="695025" cy="287366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0D66950-9863-72C2-7E2E-8C6BF7B40968}"/>
              </a:ext>
            </a:extLst>
          </p:cNvPr>
          <p:cNvSpPr/>
          <p:nvPr/>
        </p:nvSpPr>
        <p:spPr bwMode="auto">
          <a:xfrm>
            <a:off x="5927725" y="432733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68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3834-96C0-BF72-F4DF-57117827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D061149-349C-7F40-BEF8-C13ADE04E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ExSc0020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B5D335D-6FBB-B9C2-35E4-80CCEA60F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95264704-1B86-A44C-CE46-4682D42AD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6748B2C-78D1-1FCF-3E8B-1873B7B4C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7275BD88-D9BB-ACAB-2640-192C335DD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4E991C86-539C-DD14-F1A8-B0F3D1EB8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3E428B24-BF91-41C7-AD53-D8FE1D264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병원휴일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접수 마감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특정검진을 설정합니다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특정검진설정 화면 이동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마감 설정 화면 이동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설정한 정보 확인 가능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 목록으로 이동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F63707BC-A68B-DE47-53FF-4DDDC706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C9A1E8CF-6513-8CF2-2D49-0C6BC5232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검진일정관리 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캘린더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C81B5ED6-C7BE-EF5A-5B26-0333F4387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19C93477-40F4-059B-01C0-E503032D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E43BF57C-BCEC-CA8C-FA2A-A151AA5F7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62F645-E9F1-5653-1329-EEB2FD8C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91"/>
          <a:stretch/>
        </p:blipFill>
        <p:spPr>
          <a:xfrm>
            <a:off x="866829" y="1570192"/>
            <a:ext cx="5585424" cy="49384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9C2A85-8363-37FE-AB6F-00A941EAF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354" y="1863725"/>
            <a:ext cx="1924096" cy="3008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621AA73-C6F0-4CBD-34A3-4AA322793492}"/>
              </a:ext>
            </a:extLst>
          </p:cNvPr>
          <p:cNvSpPr/>
          <p:nvPr/>
        </p:nvSpPr>
        <p:spPr bwMode="auto">
          <a:xfrm>
            <a:off x="4267572" y="179959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9496446-2B4D-DB3B-7892-E95B22A9E801}"/>
              </a:ext>
            </a:extLst>
          </p:cNvPr>
          <p:cNvSpPr/>
          <p:nvPr/>
        </p:nvSpPr>
        <p:spPr bwMode="auto">
          <a:xfrm>
            <a:off x="5376774" y="179546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C00297D-0806-893C-F70C-FBC9EF4F81EA}"/>
              </a:ext>
            </a:extLst>
          </p:cNvPr>
          <p:cNvSpPr/>
          <p:nvPr/>
        </p:nvSpPr>
        <p:spPr bwMode="auto">
          <a:xfrm>
            <a:off x="739294" y="234669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FBDE7B-D77D-F0FC-3A17-A0CF6F4A805C}"/>
              </a:ext>
            </a:extLst>
          </p:cNvPr>
          <p:cNvSpPr/>
          <p:nvPr/>
        </p:nvSpPr>
        <p:spPr bwMode="auto">
          <a:xfrm>
            <a:off x="742545" y="619481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647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E97E-2F59-E1BB-99CA-9B204585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4E9EB60-A22C-6754-2F63-10C242797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7" y="1590099"/>
            <a:ext cx="6593998" cy="3439658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A665AD85-44BD-9082-BCB5-1E59863BD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ExSc0020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DDDE94E-867A-1F6C-126F-79D9ED16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E84041FC-3B36-5C91-D1EA-B27CF6A17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92629C5E-1E8C-7EE0-9A23-F11239AF4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B61E43C3-8514-013F-4AF4-FA260CA98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65852B4D-AF10-E225-C63E-496B935AE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1A9CF43F-11F4-2745-6E6C-5031DA0E1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특정검진을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설정관리합니다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설정할 검진을 리스트에서 선택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캘린더에서 날짜 선택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FC76E0A9-CBDC-962C-9000-4D134525C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E5FF9E2C-2768-9ACC-8E47-3663D844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특정검진 설정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55C88C18-53EE-B834-B88D-EC8EE3C4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A59DEA4E-565F-9433-4381-8745C523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1670829C-AFFC-D495-3869-9BBD4DA1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1F647AF-2B57-24A6-0FB5-B6635F05619F}"/>
              </a:ext>
            </a:extLst>
          </p:cNvPr>
          <p:cNvSpPr/>
          <p:nvPr/>
        </p:nvSpPr>
        <p:spPr bwMode="auto">
          <a:xfrm>
            <a:off x="5957844" y="485933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B7DEE3D-8BB9-3138-74B1-96A1DC94F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390" y="2834376"/>
            <a:ext cx="1010785" cy="423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143A4FD-6755-FB4C-514F-4A1FF0F5335B}"/>
              </a:ext>
            </a:extLst>
          </p:cNvPr>
          <p:cNvSpPr/>
          <p:nvPr/>
        </p:nvSpPr>
        <p:spPr bwMode="auto">
          <a:xfrm>
            <a:off x="4720703" y="280552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9DE505-F46B-A9D6-5D5C-92F924A89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768" y="4857081"/>
            <a:ext cx="697897" cy="34535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F7076FF-701D-6D9D-AF57-FDBE1B1F1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37" y="2118043"/>
            <a:ext cx="1393351" cy="245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AB3D202-E7EC-1F5A-79A9-A27CAE408E8E}"/>
              </a:ext>
            </a:extLst>
          </p:cNvPr>
          <p:cNvSpPr/>
          <p:nvPr/>
        </p:nvSpPr>
        <p:spPr bwMode="auto">
          <a:xfrm>
            <a:off x="263525" y="191934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395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CA9E-2D49-CC44-6AF1-5078F208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2940EE5-3512-D541-C9AF-A1DAA30CF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ExSc0020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6B22918-FCDB-C7C6-271D-6520331E6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07211A38-7A25-91C8-6860-262F8C6B1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D5CEA2E2-4FEB-48D6-95AC-659D6EF5A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836686B5-FD0E-5113-7669-DD2982A8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57190A66-8295-C1E4-53A4-B474D578C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1DCEBD61-BA58-E43F-5189-7FA4650BB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병원의 휴일과 접수마감을 설정합니다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 dirty="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 dirty="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휴일 설정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휴일을 설정할 날짜를 선택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휴일설정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클릭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마감 설정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AutoNum type="arabicPeriod" startAt="3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일마감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선택일 마감 처리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 startAt="3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마감 설정 취소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 startAt="3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월마감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선택월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전체 마감 처리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   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기간마감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날짜 기간 선택창이 있고 기간을 선택해 마감 가능해야 함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A275A565-97DE-E79A-C894-1B1E4C2B1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검진일정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312ACF52-6387-23BE-9EE7-9E05546F7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휴일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마감 설정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F96F2695-42B0-E91C-9BE3-1CDD63AF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78973780-FC64-EB74-F602-8173E67A6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149F5159-B65E-85F9-5F8B-1BB00591E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0C5280-C260-CAF0-5F64-F77B2E2F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99"/>
          <a:stretch/>
        </p:blipFill>
        <p:spPr>
          <a:xfrm>
            <a:off x="1324072" y="1637742"/>
            <a:ext cx="4613080" cy="467733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437ADF2-D5A1-8B7E-E509-B5C3C087F9C1}"/>
              </a:ext>
            </a:extLst>
          </p:cNvPr>
          <p:cNvSpPr/>
          <p:nvPr/>
        </p:nvSpPr>
        <p:spPr bwMode="auto">
          <a:xfrm>
            <a:off x="4576228" y="2553698"/>
            <a:ext cx="376772" cy="240512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AF51579-A529-F3D2-6DD9-43A5080FF1C8}"/>
              </a:ext>
            </a:extLst>
          </p:cNvPr>
          <p:cNvSpPr/>
          <p:nvPr/>
        </p:nvSpPr>
        <p:spPr bwMode="auto">
          <a:xfrm>
            <a:off x="4370975" y="243185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5F68A17-208C-E55E-6FDF-BDE165DF1D52}"/>
              </a:ext>
            </a:extLst>
          </p:cNvPr>
          <p:cNvSpPr/>
          <p:nvPr/>
        </p:nvSpPr>
        <p:spPr bwMode="auto">
          <a:xfrm>
            <a:off x="5133384" y="589160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B5261F-F6ED-85CF-1ED1-9A67DB0B15D9}"/>
              </a:ext>
            </a:extLst>
          </p:cNvPr>
          <p:cNvSpPr/>
          <p:nvPr/>
        </p:nvSpPr>
        <p:spPr bwMode="auto">
          <a:xfrm>
            <a:off x="1554156" y="30075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DA9A38-EBE7-5307-5B6D-8A573BC8427C}"/>
              </a:ext>
            </a:extLst>
          </p:cNvPr>
          <p:cNvSpPr/>
          <p:nvPr/>
        </p:nvSpPr>
        <p:spPr bwMode="auto">
          <a:xfrm>
            <a:off x="1766615" y="3175043"/>
            <a:ext cx="240512" cy="159648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504E003-413C-3B86-D9D0-A02928C32F62}"/>
              </a:ext>
            </a:extLst>
          </p:cNvPr>
          <p:cNvSpPr/>
          <p:nvPr/>
        </p:nvSpPr>
        <p:spPr bwMode="auto">
          <a:xfrm>
            <a:off x="1524788" y="3585067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31DB8C-1EB8-DFD6-8E77-8783DCAEA102}"/>
              </a:ext>
            </a:extLst>
          </p:cNvPr>
          <p:cNvSpPr/>
          <p:nvPr/>
        </p:nvSpPr>
        <p:spPr bwMode="auto">
          <a:xfrm>
            <a:off x="1765300" y="3745755"/>
            <a:ext cx="240512" cy="159648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8255027-12DE-C8EC-413C-30A23F844BB5}"/>
              </a:ext>
            </a:extLst>
          </p:cNvPr>
          <p:cNvSpPr/>
          <p:nvPr/>
        </p:nvSpPr>
        <p:spPr bwMode="auto">
          <a:xfrm>
            <a:off x="4359424" y="589160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38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1D60-59F2-A157-759A-1EBAF079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203">
            <a:extLst>
              <a:ext uri="{FF2B5EF4-FFF2-40B4-BE49-F238E27FC236}">
                <a16:creationId xmlns:a16="http://schemas.microsoft.com/office/drawing/2014/main" id="{44F31D86-5006-E45E-6643-E731BE5D7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947988"/>
            <a:ext cx="9020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latin typeface="맑은 고딕"/>
                <a:ea typeface="맑은 고딕"/>
              </a:rPr>
              <a:t>6. </a:t>
            </a:r>
            <a:r>
              <a:rPr lang="ko-KR" altLang="en-US" sz="2000" b="1">
                <a:latin typeface="맑은 고딕"/>
                <a:ea typeface="맑은 고딕"/>
              </a:rPr>
              <a:t>콘텐츠관리</a:t>
            </a:r>
            <a:endParaRPr lang="en-US" altLang="ko-KR" sz="2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D05916F-E4A3-E13E-AA8B-83111F966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72" r="40389" b="46282"/>
          <a:stretch/>
        </p:blipFill>
        <p:spPr>
          <a:xfrm>
            <a:off x="3930824" y="2827732"/>
            <a:ext cx="360768" cy="24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49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396E-267F-8BFD-57C5-3B7891EC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34E7C8E-DED3-1C89-6C77-6715F923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/>
                <a:ea typeface="맑은 고딕"/>
              </a:rPr>
              <a:t>CtHt0010M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989B341-AD3B-426C-2029-A0B8C8AE3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A6C025BC-699F-9439-EECA-E18C255EB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638161BD-CFE9-A187-EC7C-4BA854281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C3031838-3B6A-6149-FAA6-CEDCEAA52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06BDEC72-E4BB-ACF6-1DC9-B985EF06D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CDBC1861-7509-DC0A-63DA-BBD3B115B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건강정보 관리 내용의 정보를 제공합니다.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건강정보 관리 조회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목록 클릭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등록 버튼 클릭</a:t>
            </a:r>
            <a:endParaRPr lang="en-US" altLang="ko-KR" sz="900">
              <a:latin typeface="맑은 고딕"/>
              <a:ea typeface="맑은 고딕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10979F01-869C-94F5-874E-A0C583C61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ko-KR" altLang="en-US" sz="1200" b="1">
                <a:latin typeface="맑은 고딕"/>
                <a:ea typeface="맑은 고딕"/>
              </a:rPr>
              <a:t>건강정보 관리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ADD63BEB-8797-26FD-5795-06CAA0E26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건강정보관리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EE131ADF-A7A7-BF48-CD60-BCE2C717A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C88FAC21-ADC4-E373-B97D-1567E8178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27536279-D74C-406A-95B1-2D10A05D0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73735B-C902-6532-981B-695AB96D1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48" y="1536979"/>
            <a:ext cx="6601921" cy="1781843"/>
          </a:xfrm>
          <a:prstGeom prst="rect">
            <a:avLst/>
          </a:prstGeom>
        </p:spPr>
      </p:pic>
      <p:sp>
        <p:nvSpPr>
          <p:cNvPr id="4" name="타원 7">
            <a:extLst>
              <a:ext uri="{FF2B5EF4-FFF2-40B4-BE49-F238E27FC236}">
                <a16:creationId xmlns:a16="http://schemas.microsoft.com/office/drawing/2014/main" id="{D70AB8C3-5D7D-2C54-B4B5-6D723381F803}"/>
              </a:ext>
            </a:extLst>
          </p:cNvPr>
          <p:cNvSpPr/>
          <p:nvPr/>
        </p:nvSpPr>
        <p:spPr bwMode="auto">
          <a:xfrm>
            <a:off x="563931" y="219083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3E068916-CA6C-17D6-C61E-EBA68974EE33}"/>
              </a:ext>
            </a:extLst>
          </p:cNvPr>
          <p:cNvSpPr/>
          <p:nvPr/>
        </p:nvSpPr>
        <p:spPr bwMode="auto">
          <a:xfrm>
            <a:off x="2425428" y="249022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10CA288F-D821-8AFD-373E-2AE10B7EDF3D}"/>
              </a:ext>
            </a:extLst>
          </p:cNvPr>
          <p:cNvSpPr/>
          <p:nvPr/>
        </p:nvSpPr>
        <p:spPr bwMode="auto">
          <a:xfrm>
            <a:off x="6579190" y="288318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67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8221-9E8B-A2ED-3273-3E3966A8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D85213-9B32-62FE-0ADC-1204B380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3" y="1680004"/>
            <a:ext cx="6386777" cy="3030186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D4C95C80-7CE1-7133-BAD2-FEBAD2C2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>
                <a:latin typeface="Arial"/>
                <a:ea typeface="바탕체"/>
                <a:cs typeface="Arial"/>
              </a:rPr>
              <a:t>CtHt0011U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66E4D56-74CA-E5E5-08DF-57FD19449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2B7915FA-F07F-120A-C4D8-8BF8CB5DA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E821BB4B-9929-90E1-0333-6A30E40F9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8FDAFB09-3D97-8D27-F30E-D9468826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DEE1BBC3-FADD-CBAB-34C9-5A02A0AE9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A665397-819F-94A8-5480-7339AED8E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건강정보 관리 내용 등록 화면입니다.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카테고리 선택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명과 내용 입력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저장 버튼 클릭</a:t>
            </a: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B1E91199-75D9-F620-BB4F-4BF1E980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84" y="542925"/>
            <a:ext cx="91988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ko-KR" altLang="en-US" sz="1200" b="1">
                <a:latin typeface="맑은 고딕"/>
                <a:ea typeface="맑은 고딕"/>
              </a:rPr>
              <a:t>건강정보 관리 등록 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3248F2C2-6669-E57A-2F4A-830958FC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건강정보 관리 등록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A30AF253-40F2-33CA-35EE-16070DD1E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0BEF767A-B817-4F69-1FA3-7E932C0B4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건강정보관리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9D98F1DC-8162-C006-F277-FB8D4497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C1F6362-E682-CAB6-00E5-D795A67D4C40}"/>
              </a:ext>
            </a:extLst>
          </p:cNvPr>
          <p:cNvSpPr/>
          <p:nvPr/>
        </p:nvSpPr>
        <p:spPr bwMode="auto">
          <a:xfrm>
            <a:off x="1378028" y="197564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7">
            <a:extLst>
              <a:ext uri="{FF2B5EF4-FFF2-40B4-BE49-F238E27FC236}">
                <a16:creationId xmlns:a16="http://schemas.microsoft.com/office/drawing/2014/main" id="{2EA5BBA0-137A-96AB-7DA9-5077D4A5BFD8}"/>
              </a:ext>
            </a:extLst>
          </p:cNvPr>
          <p:cNvSpPr/>
          <p:nvPr/>
        </p:nvSpPr>
        <p:spPr bwMode="auto">
          <a:xfrm>
            <a:off x="863881" y="241537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연결선: 꺾임 10">
            <a:extLst>
              <a:ext uri="{FF2B5EF4-FFF2-40B4-BE49-F238E27FC236}">
                <a16:creationId xmlns:a16="http://schemas.microsoft.com/office/drawing/2014/main" id="{A4224D4A-420B-4EE3-FD29-F707719848B0}"/>
              </a:ext>
            </a:extLst>
          </p:cNvPr>
          <p:cNvCxnSpPr>
            <a:cxnSpLocks/>
          </p:cNvCxnSpPr>
          <p:nvPr/>
        </p:nvCxnSpPr>
        <p:spPr bwMode="auto">
          <a:xfrm>
            <a:off x="1625519" y="2221692"/>
            <a:ext cx="1412049" cy="286144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7843C46-74A1-817C-2C47-9A17BCA53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255" y="2536418"/>
            <a:ext cx="667559" cy="1476415"/>
          </a:xfrm>
          <a:prstGeom prst="rect">
            <a:avLst/>
          </a:prstGeom>
        </p:spPr>
      </p:pic>
      <p:sp>
        <p:nvSpPr>
          <p:cNvPr id="9" name="타원 7">
            <a:extLst>
              <a:ext uri="{FF2B5EF4-FFF2-40B4-BE49-F238E27FC236}">
                <a16:creationId xmlns:a16="http://schemas.microsoft.com/office/drawing/2014/main" id="{5F03288F-7F46-23C2-F7F9-1173C6E7FF86}"/>
              </a:ext>
            </a:extLst>
          </p:cNvPr>
          <p:cNvSpPr/>
          <p:nvPr/>
        </p:nvSpPr>
        <p:spPr bwMode="auto">
          <a:xfrm>
            <a:off x="6457847" y="427723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73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5F4A-25A0-2293-1183-9F2B2925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50121-9062-E978-4407-281DC4DFD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2" y="1633415"/>
            <a:ext cx="6592567" cy="2150336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3D7A53C0-B9F0-CF61-02B8-AC82BD56B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CtMg0010M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F00DEC3-6C70-5AE4-3F97-A24B7277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CAC9477D-1F78-9322-7B76-84E809253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F0E13082-9B63-9F0C-D1F6-B273CC73C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B6B52573-47AF-342E-0ADC-94434AD1E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FBF7FD6C-AE72-9386-2670-A2CF93716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45290EBE-5B5F-4CCF-5FB8-E2FB2D176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컨텐츠 카테고리의 내용을 제공한다.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 err="1">
                <a:latin typeface="맑은 고딕"/>
                <a:ea typeface="맑은 고딕"/>
              </a:rPr>
              <a:t>구독콘텐츠</a:t>
            </a:r>
            <a:r>
              <a:rPr lang="ko-KR" altLang="en-US" sz="900">
                <a:latin typeface="맑은 고딕"/>
                <a:ea typeface="맑은 고딕"/>
              </a:rPr>
              <a:t>- 카테고리 내용조회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카테고리 등록 버튼 클릭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서비스 등급 선택 버튼 클릭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수정 버튼 클릭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목록을 클릭 하여 프로그램목록으로 이동.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endParaRPr lang="ko-KR" altLang="en-US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>
                <a:latin typeface="맑은 고딕"/>
                <a:ea typeface="맑은 고딕"/>
              </a:rPr>
              <a:t> - </a:t>
            </a:r>
            <a:r>
              <a:rPr lang="ko-KR" altLang="en-US" sz="800">
                <a:latin typeface="맑은 고딕"/>
                <a:ea typeface="맑은 고딕"/>
              </a:rPr>
              <a:t>카테고리 등록을 하여 카테고리 명을 입력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800">
                <a:latin typeface="맑은 고딕"/>
                <a:ea typeface="맑은 고딕"/>
              </a:rPr>
              <a:t> - 등급 관리 버튼을 클릭하여 카테고리에 해당하는 서비스 등급을 매핑.</a:t>
            </a:r>
          </a:p>
          <a:p>
            <a:pPr marL="171450" indent="-171450">
              <a:lnSpc>
                <a:spcPct val="150000"/>
              </a:lnSpc>
              <a:spcBef>
                <a:spcPct val="30000"/>
              </a:spcBef>
              <a:buAutoNum type="arabicPeriod"/>
            </a:pPr>
            <a:endParaRPr lang="ko-KR" altLang="en-US" sz="8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FC758219-CDD8-3225-7593-C4CA9BF10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6AC49256-48D2-765D-8281-E1AAF6BAC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 err="1">
                <a:latin typeface="맑은 고딕"/>
                <a:ea typeface="맑은 고딕"/>
              </a:rPr>
              <a:t>구독콘텐츠</a:t>
            </a:r>
            <a:r>
              <a:rPr lang="ko-KR" altLang="en-US">
                <a:latin typeface="맑은 고딕"/>
                <a:ea typeface="맑은 고딕"/>
              </a:rPr>
              <a:t> 설정- 카테고리 조회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0E79ACAF-5591-C136-D2CF-B926F5C7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43AB6F56-29CD-B9C6-0939-0694ADB9C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13590A17-153F-CCFB-206B-8C4F49431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944C6108-8108-8ABB-B68B-B4D743A1EF09}"/>
              </a:ext>
            </a:extLst>
          </p:cNvPr>
          <p:cNvSpPr/>
          <p:nvPr/>
        </p:nvSpPr>
        <p:spPr bwMode="auto">
          <a:xfrm>
            <a:off x="563930" y="2368597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2D7122A2-DC73-7983-D20A-933BE7396581}"/>
              </a:ext>
            </a:extLst>
          </p:cNvPr>
          <p:cNvSpPr/>
          <p:nvPr/>
        </p:nvSpPr>
        <p:spPr bwMode="auto">
          <a:xfrm>
            <a:off x="6700255" y="365037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ABB0E01F-D642-243B-93DC-71938E508409}"/>
              </a:ext>
            </a:extLst>
          </p:cNvPr>
          <p:cNvSpPr/>
          <p:nvPr/>
        </p:nvSpPr>
        <p:spPr bwMode="auto">
          <a:xfrm>
            <a:off x="6298567" y="236859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7B929-1A06-E41F-45B1-8477BCA51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84" y="3984776"/>
            <a:ext cx="2763788" cy="2116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14B71-4370-76DC-153D-168CF9B3E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44" y="4759551"/>
            <a:ext cx="2461301" cy="1090684"/>
          </a:xfrm>
          <a:prstGeom prst="rect">
            <a:avLst/>
          </a:prstGeom>
        </p:spPr>
      </p:pic>
      <p:cxnSp>
        <p:nvCxnSpPr>
          <p:cNvPr id="10" name="연결선: 꺾임 18">
            <a:extLst>
              <a:ext uri="{FF2B5EF4-FFF2-40B4-BE49-F238E27FC236}">
                <a16:creationId xmlns:a16="http://schemas.microsoft.com/office/drawing/2014/main" id="{E67D0074-7270-A61F-958E-7B79D1482597}"/>
              </a:ext>
            </a:extLst>
          </p:cNvPr>
          <p:cNvCxnSpPr>
            <a:cxnSpLocks/>
          </p:cNvCxnSpPr>
          <p:nvPr/>
        </p:nvCxnSpPr>
        <p:spPr bwMode="auto">
          <a:xfrm flipH="1">
            <a:off x="3643323" y="2855665"/>
            <a:ext cx="2770615" cy="1406103"/>
          </a:xfrm>
          <a:prstGeom prst="bentConnector3">
            <a:avLst>
              <a:gd name="adj1" fmla="val 50000"/>
            </a:avLst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cxnSp>
        <p:nvCxnSpPr>
          <p:cNvPr id="12" name="연결선: 꺾임 10">
            <a:extLst>
              <a:ext uri="{FF2B5EF4-FFF2-40B4-BE49-F238E27FC236}">
                <a16:creationId xmlns:a16="http://schemas.microsoft.com/office/drawing/2014/main" id="{32486B7E-9CC7-FFBF-E40C-FF725706B8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012174" y="3428624"/>
            <a:ext cx="561666" cy="1324669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sp>
        <p:nvSpPr>
          <p:cNvPr id="14" name="직사각형 31">
            <a:extLst>
              <a:ext uri="{FF2B5EF4-FFF2-40B4-BE49-F238E27FC236}">
                <a16:creationId xmlns:a16="http://schemas.microsoft.com/office/drawing/2014/main" id="{35361D96-892A-383A-9D2E-C052B752CEE7}"/>
              </a:ext>
            </a:extLst>
          </p:cNvPr>
          <p:cNvSpPr/>
          <p:nvPr/>
        </p:nvSpPr>
        <p:spPr bwMode="auto">
          <a:xfrm>
            <a:off x="6423072" y="2612906"/>
            <a:ext cx="120662" cy="450337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15" name="직사각형 31">
            <a:extLst>
              <a:ext uri="{FF2B5EF4-FFF2-40B4-BE49-F238E27FC236}">
                <a16:creationId xmlns:a16="http://schemas.microsoft.com/office/drawing/2014/main" id="{28FE4A34-7A64-4422-C2F5-4F7B2B94BD25}"/>
              </a:ext>
            </a:extLst>
          </p:cNvPr>
          <p:cNvSpPr/>
          <p:nvPr/>
        </p:nvSpPr>
        <p:spPr bwMode="auto">
          <a:xfrm>
            <a:off x="6574115" y="3061997"/>
            <a:ext cx="120662" cy="450337"/>
          </a:xfrm>
          <a:prstGeom prst="rect">
            <a:avLst/>
          </a:prstGeom>
          <a:noFill/>
          <a:ln w="9525" cap="flat" cmpd="sng" algn="ctr">
            <a:solidFill>
              <a:srgbClr val="3667CD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바탕체" pitchFamily="17" charset="-127"/>
            </a:endParaRPr>
          </a:p>
        </p:txBody>
      </p:sp>
      <p:sp>
        <p:nvSpPr>
          <p:cNvPr id="16" name="타원 7">
            <a:extLst>
              <a:ext uri="{FF2B5EF4-FFF2-40B4-BE49-F238E27FC236}">
                <a16:creationId xmlns:a16="http://schemas.microsoft.com/office/drawing/2014/main" id="{E43FB51B-03FF-F7A3-3577-0B8A4EFDDBFF}"/>
              </a:ext>
            </a:extLst>
          </p:cNvPr>
          <p:cNvSpPr/>
          <p:nvPr/>
        </p:nvSpPr>
        <p:spPr bwMode="auto">
          <a:xfrm>
            <a:off x="6543164" y="28551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7">
            <a:extLst>
              <a:ext uri="{FF2B5EF4-FFF2-40B4-BE49-F238E27FC236}">
                <a16:creationId xmlns:a16="http://schemas.microsoft.com/office/drawing/2014/main" id="{471F6D03-CBCF-37E6-C470-E04898AA61E3}"/>
              </a:ext>
            </a:extLst>
          </p:cNvPr>
          <p:cNvSpPr/>
          <p:nvPr/>
        </p:nvSpPr>
        <p:spPr bwMode="auto">
          <a:xfrm>
            <a:off x="2307187" y="269606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396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9D08-E785-F30E-FFDF-C3E17997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D2170E-7F2D-C9FE-F1ED-6D9FB251A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8" y="1633739"/>
            <a:ext cx="6489671" cy="2692340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D3FA6E41-D183-ABB7-A919-F5BCFF72E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CtMg0020M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B57BB39-C78C-4287-28CE-07256BDFE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6ED92531-A42D-697F-4891-E834E6FB2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04AC61C8-313C-1EF8-4799-CCACDFB15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9FB333A5-7DC2-C3B9-254B-F8D75EDA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49590744-114D-F56C-AF69-1DE459BB8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4528E7C-3655-9A68-6F52-0757A1ED5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선택한 카테고리 하위의 프로그램의 정보를 제공합니다.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프로그램 정보 조회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프로그램 등록 클릭 -&gt;등록 화면으로 이동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수정 버튼 클릭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삭제 버튼 클릭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목록 클릭 하여 하위 콘텐츠 리스트 화면으로 이동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19FA00BF-D565-B9B4-5979-AC59C4DFE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BD734EE5-270F-8F52-8635-2D512C245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 err="1">
                <a:latin typeface="맑은 고딕"/>
                <a:ea typeface="맑은 고딕"/>
              </a:rPr>
              <a:t>구독콘텐츠</a:t>
            </a:r>
            <a:r>
              <a:rPr lang="ko-KR" altLang="en-US">
                <a:latin typeface="맑은 고딕"/>
                <a:ea typeface="맑은 고딕"/>
              </a:rPr>
              <a:t> 설정- 프로그램 조회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B0583719-A132-4ED5-6B65-9333387D9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D01F590E-CA2A-E331-E60F-BC39F9112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DDF1288F-F65D-CB8C-B719-F68C17BB6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C19C3211-387E-8580-BD8D-AEA38E24BB2A}"/>
              </a:ext>
            </a:extLst>
          </p:cNvPr>
          <p:cNvSpPr/>
          <p:nvPr/>
        </p:nvSpPr>
        <p:spPr bwMode="auto">
          <a:xfrm>
            <a:off x="563931" y="224696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3B2A29FA-6DA6-FCD4-26F3-128EB409A74B}"/>
              </a:ext>
            </a:extLst>
          </p:cNvPr>
          <p:cNvSpPr/>
          <p:nvPr/>
        </p:nvSpPr>
        <p:spPr bwMode="auto">
          <a:xfrm>
            <a:off x="6157717" y="407140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A4589958-CC27-3CCA-49CF-B9EE66EA3E00}"/>
              </a:ext>
            </a:extLst>
          </p:cNvPr>
          <p:cNvSpPr/>
          <p:nvPr/>
        </p:nvSpPr>
        <p:spPr bwMode="auto">
          <a:xfrm>
            <a:off x="6401462" y="2368597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7">
            <a:extLst>
              <a:ext uri="{FF2B5EF4-FFF2-40B4-BE49-F238E27FC236}">
                <a16:creationId xmlns:a16="http://schemas.microsoft.com/office/drawing/2014/main" id="{5122CA2A-F36C-2987-C34A-16F0A1F35AF7}"/>
              </a:ext>
            </a:extLst>
          </p:cNvPr>
          <p:cNvSpPr/>
          <p:nvPr/>
        </p:nvSpPr>
        <p:spPr bwMode="auto">
          <a:xfrm>
            <a:off x="6646041" y="2368597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7">
            <a:extLst>
              <a:ext uri="{FF2B5EF4-FFF2-40B4-BE49-F238E27FC236}">
                <a16:creationId xmlns:a16="http://schemas.microsoft.com/office/drawing/2014/main" id="{C774DCEB-38CA-9B97-5D4B-9189B744265A}"/>
              </a:ext>
            </a:extLst>
          </p:cNvPr>
          <p:cNvSpPr/>
          <p:nvPr/>
        </p:nvSpPr>
        <p:spPr bwMode="auto">
          <a:xfrm>
            <a:off x="1530768" y="28551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195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3FBB-9002-6AE5-9072-E489F08B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40F31-80D6-7486-B92B-356601748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94" y="3667002"/>
            <a:ext cx="6620629" cy="1292293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62970B3E-AF43-0264-44FC-39B382AAE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CtMg0021U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6306F7C-22EF-0CC4-0B87-84E134705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916590AC-D0DA-1BD8-8DE4-88945724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B8EAAD2D-049F-86D0-B8F1-27F17327B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18AA72DC-F7BB-3840-1A46-1452C050E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77DE2194-D920-773A-4619-31A5C6B45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AC85761-CDE2-9579-F9E0-533947CA1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프로그램의 목록을 클릭하여 </a:t>
            </a:r>
            <a:r>
              <a:rPr lang="ko-KR" altLang="en-US" sz="900" err="1">
                <a:latin typeface="맑은 고딕"/>
                <a:ea typeface="맑은 고딕"/>
              </a:rPr>
              <a:t>진입시</a:t>
            </a:r>
            <a:r>
              <a:rPr lang="ko-KR" altLang="en-US" sz="900">
                <a:latin typeface="맑은 고딕"/>
                <a:ea typeface="맑은 고딕"/>
              </a:rPr>
              <a:t> - 프로그램 내용의 상세정보를 제공합니다. </a:t>
            </a:r>
          </a:p>
          <a:p>
            <a:pPr marL="171450" indent="-171450" algn="just"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프로그램 등록 버튼을 클릭하여 </a:t>
            </a:r>
            <a:r>
              <a:rPr lang="ko-KR" altLang="en-US" sz="900" err="1">
                <a:latin typeface="맑은 고딕"/>
                <a:ea typeface="맑은 고딕"/>
              </a:rPr>
              <a:t>진입시</a:t>
            </a:r>
            <a:r>
              <a:rPr lang="ko-KR" altLang="en-US" sz="900">
                <a:latin typeface="맑은 고딕"/>
                <a:ea typeface="맑은 고딕"/>
              </a:rPr>
              <a:t> -프로그램을 등록 할 수 있는 </a:t>
            </a:r>
            <a:r>
              <a:rPr lang="ko-KR" altLang="en-US" sz="900" err="1">
                <a:latin typeface="맑은 고딕"/>
                <a:ea typeface="맑은 고딕"/>
              </a:rPr>
              <a:t>비어있는</a:t>
            </a:r>
            <a:r>
              <a:rPr lang="ko-KR" altLang="en-US" sz="900">
                <a:latin typeface="맑은 고딕"/>
                <a:ea typeface="맑은 고딕"/>
              </a:rPr>
              <a:t> 화면을 제동합니다.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프로그램의 정보 입력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저장 클릭</a:t>
            </a:r>
            <a:endParaRPr lang="en-US" altLang="ko-KR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800">
                <a:latin typeface="맑은 고딕"/>
                <a:ea typeface="맑은 고딕"/>
              </a:rPr>
              <a:t>*발송주기 : 주/월 로 나뉘어져 있으며, 선택한 값에 따라 콘텐츠 발송 주기가 달라진다. 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800">
                <a:latin typeface="맑은 고딕"/>
                <a:ea typeface="맑은 고딕"/>
              </a:rPr>
              <a:t>*차수 : 프로그램 </a:t>
            </a:r>
            <a:r>
              <a:rPr lang="ko-KR" altLang="en-US" sz="800" err="1">
                <a:latin typeface="맑은 고딕"/>
                <a:ea typeface="맑은 고딕"/>
              </a:rPr>
              <a:t>등록시</a:t>
            </a:r>
            <a:r>
              <a:rPr lang="ko-KR" altLang="en-US" sz="800">
                <a:latin typeface="맑은 고딕"/>
                <a:ea typeface="맑은 고딕"/>
              </a:rPr>
              <a:t> 설정한 차수의 수대로 콘텐츠 </a:t>
            </a:r>
            <a:r>
              <a:rPr lang="ko-KR" altLang="en-US" sz="800" err="1">
                <a:latin typeface="맑은 고딕"/>
                <a:ea typeface="맑은 고딕"/>
              </a:rPr>
              <a:t>갯수를</a:t>
            </a:r>
            <a:r>
              <a:rPr lang="ko-KR" altLang="en-US" sz="800">
                <a:latin typeface="맑은 고딕"/>
                <a:ea typeface="맑은 고딕"/>
              </a:rPr>
              <a:t> 입력 할 수 있다. 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A553CE8E-3864-15F6-8E9B-1AB7D761A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20222AC9-4A20-D018-D7D9-0799535F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 err="1">
                <a:latin typeface="맑은 고딕"/>
                <a:ea typeface="맑은 고딕"/>
              </a:rPr>
              <a:t>구독콘텐츠</a:t>
            </a:r>
            <a:r>
              <a:rPr lang="ko-KR" altLang="en-US">
                <a:latin typeface="맑은 고딕"/>
                <a:ea typeface="맑은 고딕"/>
              </a:rPr>
              <a:t> 설정- 프로그램 등록/상세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9E066920-8850-AE45-D26C-0A468AAE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9D593D08-426A-E3EE-6B95-724EA53EF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661A8038-69D2-F13A-EA1D-1D3097096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0BCE92E5-95D7-613D-FCCA-F2A3147F3A0B}"/>
              </a:ext>
            </a:extLst>
          </p:cNvPr>
          <p:cNvSpPr/>
          <p:nvPr/>
        </p:nvSpPr>
        <p:spPr bwMode="auto">
          <a:xfrm>
            <a:off x="984865" y="374393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31EF8154-95B2-F2B4-5D27-0841B37EBBB9}"/>
              </a:ext>
            </a:extLst>
          </p:cNvPr>
          <p:cNvSpPr/>
          <p:nvPr/>
        </p:nvSpPr>
        <p:spPr bwMode="auto">
          <a:xfrm>
            <a:off x="6578652" y="445500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50CB9-9DD5-0F4A-42ED-64DB5678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94" y="1786568"/>
            <a:ext cx="6601922" cy="1273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088A80-4D76-895B-27CE-1E4D26806BD0}"/>
              </a:ext>
            </a:extLst>
          </p:cNvPr>
          <p:cNvSpPr txBox="1"/>
          <p:nvPr/>
        </p:nvSpPr>
        <p:spPr>
          <a:xfrm>
            <a:off x="324087" y="1606889"/>
            <a:ext cx="1439578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800">
                <a:latin typeface="Malgun Gothic Semilight"/>
                <a:ea typeface="Malgun Gothic Semilight"/>
                <a:cs typeface="Malgun Gothic Semilight"/>
              </a:rPr>
              <a:t>프로그램 상세 화면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AE4EB-83A6-182C-24C7-7DF2D5E1E09A}"/>
              </a:ext>
            </a:extLst>
          </p:cNvPr>
          <p:cNvSpPr txBox="1"/>
          <p:nvPr/>
        </p:nvSpPr>
        <p:spPr>
          <a:xfrm>
            <a:off x="324087" y="3450035"/>
            <a:ext cx="116830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800">
                <a:latin typeface="Malgun Gothic Semilight"/>
                <a:ea typeface="Malgun Gothic Semilight"/>
                <a:cs typeface="Malgun Gothic Semilight"/>
              </a:rPr>
              <a:t>프로그램 등록 화면 </a:t>
            </a:r>
            <a:endParaRPr lang="ko-KR" altLang="en-US" sz="80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715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A18F-8853-3005-36FF-5D4D162B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C6FD8A-620F-B772-FBE4-B6777789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2" y="1538823"/>
            <a:ext cx="6592568" cy="1871716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DA8BF09D-FF26-25D4-4813-A46EF6407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CtMg0030M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83F6A30-2F4E-C8E4-CD3F-B079C707C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C07E4ED5-CD31-6CA1-6D6A-9D750F7B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097671D1-5611-1F86-3CAF-F03BB443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2CB0D5A4-3F03-8548-3C13-74E851A0E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AF339B0F-3FD0-A619-9604-BC0CFA4B5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F30F3DEE-61B2-80E2-6843-B084D0637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선택한 프로그램의 콘텐츠의 정보를 제공합니다.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내용 조회 </a:t>
            </a: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등록 버튼 클릭 - 콘텐츠 등록 화면 이동.</a:t>
            </a:r>
            <a:endParaRPr lang="ko-KR"/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상세 버튼 클릭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삭제 버튼 클릭</a:t>
            </a:r>
            <a:endParaRPr lang="en-US" altLang="ko-KR" sz="900">
              <a:latin typeface="맑은 고딕"/>
              <a:ea typeface="맑은 고딕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14BD95D1-1D4E-29B0-DBF8-40EA21C5A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FCDFE6C2-1FB9-278D-D7CA-5D32C0943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 err="1">
                <a:latin typeface="맑은 고딕"/>
                <a:ea typeface="맑은 고딕"/>
              </a:rPr>
              <a:t>구독콘텐츠</a:t>
            </a:r>
            <a:r>
              <a:rPr lang="ko-KR" altLang="en-US">
                <a:latin typeface="맑은 고딕"/>
                <a:ea typeface="맑은 고딕"/>
              </a:rPr>
              <a:t> 설정- 콘텐츠 조회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9F09CF6B-2A3E-6E18-4786-466412E14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87DDB3C6-A34D-EFD4-2ECA-F8C40AC5C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593FBC66-987C-EC71-3898-BD9311B72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0AB7038F-BEAF-7C7E-CFD0-995BF6E95820}"/>
              </a:ext>
            </a:extLst>
          </p:cNvPr>
          <p:cNvSpPr/>
          <p:nvPr/>
        </p:nvSpPr>
        <p:spPr bwMode="auto">
          <a:xfrm>
            <a:off x="6578622" y="330420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BF4FD088-C411-10A8-E457-A2935051AF56}"/>
              </a:ext>
            </a:extLst>
          </p:cNvPr>
          <p:cNvSpPr/>
          <p:nvPr/>
        </p:nvSpPr>
        <p:spPr bwMode="auto">
          <a:xfrm>
            <a:off x="6335445" y="235924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05CFCB3A-D2A7-2D92-F363-1461535AA493}"/>
              </a:ext>
            </a:extLst>
          </p:cNvPr>
          <p:cNvSpPr/>
          <p:nvPr/>
        </p:nvSpPr>
        <p:spPr bwMode="auto">
          <a:xfrm>
            <a:off x="6700794" y="2359241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7">
            <a:extLst>
              <a:ext uri="{FF2B5EF4-FFF2-40B4-BE49-F238E27FC236}">
                <a16:creationId xmlns:a16="http://schemas.microsoft.com/office/drawing/2014/main" id="{1557750C-C10D-D6D7-94AE-BEB311C350DA}"/>
              </a:ext>
            </a:extLst>
          </p:cNvPr>
          <p:cNvSpPr/>
          <p:nvPr/>
        </p:nvSpPr>
        <p:spPr bwMode="auto">
          <a:xfrm>
            <a:off x="686944" y="223761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622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77A5-7FCB-7539-6ED4-0FB84992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C23CF-34D1-145D-1065-EFD65C6EE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69" y="3980915"/>
            <a:ext cx="6667399" cy="1927534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E7ACF536-8995-358E-1E3E-5CA13BC3D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CtMg0031U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44A9781-6DF2-A924-3528-21AD2F34E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F7F3C953-BEEA-1989-812A-DEB334FD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1695876E-F088-82E9-D151-84BFF1FD9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33D021A3-12FF-B503-27D8-631F7B725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B56BC005-E13C-E7EA-C669-452837558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45E54CF0-B426-8C6A-E6DC-1DD1C3347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콘텐츠 목록의 상세 버튼을 통해 진입 시 - 콘텐츠의 상세 정보를 제공합니다.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콘텐츠 등록 버튼을 통해 진입 시 - 콘텐츠 등록 할 수 있는 빈 화면이 제공됩니다.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sz="900">
                <a:latin typeface="Malgun Gothic"/>
                <a:ea typeface="Malgun Gothic"/>
              </a:rPr>
              <a:t>프로그램의 정보 입력</a:t>
            </a:r>
            <a:endParaRPr lang="en-US" altLang="ko-KR" sz="900">
              <a:latin typeface="Malgun Gothic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sz="900">
                <a:latin typeface="Malgun Gothic"/>
                <a:ea typeface="Malgun Gothic"/>
              </a:rPr>
              <a:t>저장 클릭</a:t>
            </a:r>
            <a:endParaRPr lang="en-US">
              <a:latin typeface="Malgun Gothic"/>
              <a:ea typeface="Malgun Gothic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>
                <a:latin typeface="맑은 고딕"/>
                <a:ea typeface="맑은 고딕"/>
              </a:rPr>
              <a:t>*차수 : 프로그램 등록 시 입력했던 차수가 드롭다운 형식으로 제공되며, 이미 등록 한 차수는 제외되어 중복 등록을 할 수 없도록 제공.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ko-KR" altLang="en-US" sz="900">
                <a:latin typeface="맑은 고딕"/>
                <a:ea typeface="맑은 고딕"/>
              </a:rPr>
              <a:t>*입력한 내용으로 콘텐츠의 문자발송 내용이 저장 된다.</a:t>
            </a: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18D09EFE-7832-8A8B-7B16-CCA64CB3D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D3CECD2C-1022-F743-17C0-CD7B87215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 err="1">
                <a:latin typeface="맑은 고딕"/>
                <a:ea typeface="맑은 고딕"/>
              </a:rPr>
              <a:t>구독콘텐츠</a:t>
            </a:r>
            <a:r>
              <a:rPr lang="ko-KR" altLang="en-US">
                <a:latin typeface="맑은 고딕"/>
                <a:ea typeface="맑은 고딕"/>
              </a:rPr>
              <a:t> 설정- 콘텐츠 등록/상세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6F37268E-B725-12EE-2944-056E8AD99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D5E649A1-EE12-40F7-2BFE-D7D4F1A8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A5B7D2C9-0423-6D67-24B7-D1075E50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70131DD0-FCAE-19DB-6F08-3552FFD600EB}"/>
              </a:ext>
            </a:extLst>
          </p:cNvPr>
          <p:cNvSpPr/>
          <p:nvPr/>
        </p:nvSpPr>
        <p:spPr bwMode="auto">
          <a:xfrm>
            <a:off x="797783" y="409011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BD171B8B-E455-E243-50A1-E4DB10CD8E1D}"/>
              </a:ext>
            </a:extLst>
          </p:cNvPr>
          <p:cNvSpPr/>
          <p:nvPr/>
        </p:nvSpPr>
        <p:spPr bwMode="auto">
          <a:xfrm>
            <a:off x="6700255" y="547481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E4B61B17-C282-19F1-8A78-494C82219DA0}"/>
              </a:ext>
            </a:extLst>
          </p:cNvPr>
          <p:cNvSpPr/>
          <p:nvPr/>
        </p:nvSpPr>
        <p:spPr bwMode="auto">
          <a:xfrm>
            <a:off x="-819909" y="273348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5832E7-D3BE-D07C-9365-7658DCBCE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77" y="1826433"/>
            <a:ext cx="6676754" cy="1942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B5EC52-05FC-6B83-B899-9F6A51644DF3}"/>
              </a:ext>
            </a:extLst>
          </p:cNvPr>
          <p:cNvSpPr txBox="1"/>
          <p:nvPr/>
        </p:nvSpPr>
        <p:spPr>
          <a:xfrm>
            <a:off x="324087" y="1606889"/>
            <a:ext cx="1439578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800">
                <a:latin typeface="Malgun Gothic Semilight"/>
                <a:ea typeface="Malgun Gothic Semilight"/>
                <a:cs typeface="Malgun Gothic Semilight"/>
              </a:rPr>
              <a:t>콘텐츠 상세 화면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1C44F-496F-AE8D-19EE-EBDC4C0750D3}"/>
              </a:ext>
            </a:extLst>
          </p:cNvPr>
          <p:cNvSpPr txBox="1"/>
          <p:nvPr/>
        </p:nvSpPr>
        <p:spPr>
          <a:xfrm>
            <a:off x="258706" y="3871058"/>
            <a:ext cx="1439578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800">
                <a:latin typeface="Malgun Gothic Semilight"/>
                <a:ea typeface="Malgun Gothic Semilight"/>
                <a:cs typeface="Malgun Gothic Semilight"/>
              </a:rPr>
              <a:t>콘텐츠 등록 화면</a:t>
            </a:r>
          </a:p>
        </p:txBody>
      </p:sp>
    </p:spTree>
    <p:extLst>
      <p:ext uri="{BB962C8B-B14F-4D97-AF65-F5344CB8AC3E}">
        <p14:creationId xmlns:p14="http://schemas.microsoft.com/office/powerpoint/2010/main" val="132335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704E-5138-D95A-BDC9-38088A0D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FC3B62-35D9-F6C1-7DAA-FEF054F2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94" y="1634198"/>
            <a:ext cx="6601921" cy="3103089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59BE1FCA-5D6A-6FD4-A56B-454E357D2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CtMg0040M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9484EDC-FCCB-7F11-39B7-64509D860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50D1396E-A108-5C4C-E79A-2D72BBD9A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39164D4F-850C-07C3-A311-AB5F5A25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5C3E529E-6B00-A4FB-3006-8E48F29D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4B2A18D1-3435-293D-8E0F-72A40C2CD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563B8490-F042-776E-CAC9-7E944AF63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 고객의 콘텐츠 구독 관리 내용의 정보를 제공합니다.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구독 관리 목록조회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취소 클릭</a:t>
            </a:r>
            <a:endParaRPr lang="en-US" altLang="ko-KR" sz="900">
              <a:latin typeface="맑은 고딕"/>
              <a:ea typeface="맑은 고딕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목록 클릭</a:t>
            </a:r>
            <a:endParaRPr lang="en-US" altLang="ko-KR" sz="900">
              <a:latin typeface="맑은 고딕"/>
              <a:ea typeface="맑은 고딕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B6D6DBB8-1F3C-2529-DF8E-FC3A268A4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50690C98-56BE-9321-243F-31DCBE82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콘텐츠구독관리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653C8E99-0A69-0241-3F44-2C2B9948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C5EC4AD2-CD85-3EB1-C421-99E76E3B9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CAC7BB3F-552A-7888-304B-40001587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6B19FC24-0525-B4A2-E98F-DC11BA50EAFE}"/>
              </a:ext>
            </a:extLst>
          </p:cNvPr>
          <p:cNvSpPr/>
          <p:nvPr/>
        </p:nvSpPr>
        <p:spPr bwMode="auto">
          <a:xfrm>
            <a:off x="442327" y="273348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7">
            <a:extLst>
              <a:ext uri="{FF2B5EF4-FFF2-40B4-BE49-F238E27FC236}">
                <a16:creationId xmlns:a16="http://schemas.microsoft.com/office/drawing/2014/main" id="{F4F37771-CDF7-DF03-A568-59D117FE5CC6}"/>
              </a:ext>
            </a:extLst>
          </p:cNvPr>
          <p:cNvSpPr/>
          <p:nvPr/>
        </p:nvSpPr>
        <p:spPr bwMode="auto">
          <a:xfrm>
            <a:off x="6457049" y="2733484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7">
            <a:extLst>
              <a:ext uri="{FF2B5EF4-FFF2-40B4-BE49-F238E27FC236}">
                <a16:creationId xmlns:a16="http://schemas.microsoft.com/office/drawing/2014/main" id="{CCD507AB-904D-0D6B-6A4F-846787EB0FA1}"/>
              </a:ext>
            </a:extLst>
          </p:cNvPr>
          <p:cNvSpPr/>
          <p:nvPr/>
        </p:nvSpPr>
        <p:spPr bwMode="auto">
          <a:xfrm>
            <a:off x="1481202" y="3060946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A54C0-67D3-D828-AF97-AECF41A53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365" y="5075428"/>
            <a:ext cx="1756222" cy="1123210"/>
          </a:xfrm>
          <a:prstGeom prst="rect">
            <a:avLst/>
          </a:prstGeom>
        </p:spPr>
      </p:pic>
      <p:cxnSp>
        <p:nvCxnSpPr>
          <p:cNvPr id="10" name="연결선: 꺾임 18">
            <a:extLst>
              <a:ext uri="{FF2B5EF4-FFF2-40B4-BE49-F238E27FC236}">
                <a16:creationId xmlns:a16="http://schemas.microsoft.com/office/drawing/2014/main" id="{FAE550E7-B31D-3F90-CB63-F8198E81EB20}"/>
              </a:ext>
            </a:extLst>
          </p:cNvPr>
          <p:cNvCxnSpPr>
            <a:cxnSpLocks/>
          </p:cNvCxnSpPr>
          <p:nvPr/>
        </p:nvCxnSpPr>
        <p:spPr bwMode="auto">
          <a:xfrm>
            <a:off x="1726831" y="2295689"/>
            <a:ext cx="1402369" cy="2778392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C62E507-04DE-A3CF-F513-D9FBED8E0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117" y="5077625"/>
            <a:ext cx="2937347" cy="931696"/>
          </a:xfrm>
          <a:prstGeom prst="rect">
            <a:avLst/>
          </a:prstGeom>
        </p:spPr>
      </p:pic>
      <p:cxnSp>
        <p:nvCxnSpPr>
          <p:cNvPr id="12" name="연결선: 꺾임 18">
            <a:extLst>
              <a:ext uri="{FF2B5EF4-FFF2-40B4-BE49-F238E27FC236}">
                <a16:creationId xmlns:a16="http://schemas.microsoft.com/office/drawing/2014/main" id="{48271A4C-CB93-9E06-CA85-9D46BE0728CF}"/>
              </a:ext>
            </a:extLst>
          </p:cNvPr>
          <p:cNvCxnSpPr>
            <a:cxnSpLocks/>
          </p:cNvCxnSpPr>
          <p:nvPr/>
        </p:nvCxnSpPr>
        <p:spPr bwMode="auto">
          <a:xfrm>
            <a:off x="6703608" y="4232396"/>
            <a:ext cx="167627" cy="841686"/>
          </a:xfrm>
          <a:prstGeom prst="bentConnector2">
            <a:avLst/>
          </a:prstGeom>
          <a:solidFill>
            <a:srgbClr val="EAEAEA"/>
          </a:solidFill>
          <a:ln w="3175" cap="flat" cmpd="sng" algn="ctr">
            <a:solidFill>
              <a:srgbClr val="3667CD"/>
            </a:solidFill>
            <a:prstDash val="solid"/>
            <a:round/>
            <a:headEnd type="oval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40993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8D84-AB0C-B90F-1D4D-A4A39BF3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18A92-9792-C51E-1313-6C66DA3D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0" y="1532242"/>
            <a:ext cx="6629984" cy="3091811"/>
          </a:xfrm>
          <a:prstGeom prst="rect">
            <a:avLst/>
          </a:prstGeom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A95A9AC5-AF06-2A1A-73E5-CD817BF5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en-US" altLang="ko-KR">
                <a:latin typeface="맑은 고딕"/>
                <a:ea typeface="맑은 고딕"/>
              </a:rPr>
              <a:t>CtMg0050R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85065C5-EC20-6A33-B41B-DA1212EAA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B9FFE855-FCF8-DE4B-94ED-F334EE41B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479550"/>
            <a:ext cx="9375775" cy="501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0351754F-B5D9-2D1B-E28B-265C9B602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4DFD0900-4CE0-8E27-CDCF-810841D7F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B084FD47-7164-4924-5447-2716078F1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DC08727D-24F1-E755-9318-69AF3BA67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화면 설명 </a:t>
            </a:r>
          </a:p>
          <a:p>
            <a:pPr marL="171450" indent="-171450" algn="just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콘텐츠 구독관리 상세 정보를 제공합니다. </a:t>
            </a: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/>
                <a:ea typeface="맑은 고딕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콘텐츠 구독 관리 상세 조회</a:t>
            </a:r>
            <a:endParaRPr lang="en-US" altLang="ko-KR" sz="900"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0FE6682A-D1BC-765F-430E-EE2ACEFF1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200" b="1">
                <a:latin typeface="맑은 고딕"/>
                <a:ea typeface="맑은 고딕"/>
              </a:rPr>
              <a:t>Home-</a:t>
            </a:r>
            <a:r>
              <a:rPr lang="ko-KR" altLang="en-US" sz="1200" b="1">
                <a:latin typeface="맑은 고딕"/>
                <a:ea typeface="맑은 고딕"/>
              </a:rPr>
              <a:t>콘텐츠관리</a:t>
            </a:r>
            <a:r>
              <a:rPr lang="en-US" altLang="ko-KR" sz="1200" b="1">
                <a:latin typeface="맑은 고딕"/>
                <a:ea typeface="맑은 고딕"/>
              </a:rPr>
              <a:t>-</a:t>
            </a:r>
            <a:r>
              <a:rPr lang="en-US" altLang="ko-KR" sz="1200" b="1" err="1">
                <a:latin typeface="맑은 고딕"/>
                <a:ea typeface="맑은 고딕"/>
              </a:rPr>
              <a:t>구독</a:t>
            </a:r>
            <a:r>
              <a:rPr lang="en-US" altLang="ko-KR" sz="1200" b="1">
                <a:latin typeface="맑은 고딕"/>
                <a:ea typeface="맑은 고딕"/>
              </a:rPr>
              <a:t> </a:t>
            </a:r>
            <a:r>
              <a:rPr lang="en-US" altLang="ko-KR" sz="1200" b="1" err="1">
                <a:latin typeface="맑은 고딕"/>
                <a:ea typeface="맑은 고딕"/>
              </a:rPr>
              <a:t>콘텐츠</a:t>
            </a:r>
            <a:r>
              <a:rPr lang="ko-KR" altLang="en-US" sz="1200" b="1">
                <a:latin typeface="맑은 고딕"/>
                <a:ea typeface="맑은 고딕"/>
              </a:rPr>
              <a:t> 설정</a:t>
            </a:r>
            <a:endParaRPr lang="en-US" altLang="ko-KR" sz="1200" b="1">
              <a:latin typeface="맑은 고딕"/>
              <a:ea typeface="맑은 고딕"/>
            </a:endParaRPr>
          </a:p>
          <a:p>
            <a:pPr>
              <a:spcBef>
                <a:spcPct val="50000"/>
              </a:spcBef>
            </a:pPr>
            <a:endParaRPr lang="ko-KR" altLang="en-US" sz="1200" b="1">
              <a:latin typeface="맑은 고딕"/>
              <a:ea typeface="맑은 고딕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BE2907D8-9122-1DCD-8E68-351EE8A31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콘텐츠구독관리 상세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DE23B627-EFFA-4EF9-CC16-8C61BB02B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C31A544D-CA3C-1F2F-F48B-EBCB9971C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/>
                <a:ea typeface="맑은 고딕"/>
              </a:rPr>
              <a:t>콘텐츠관리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7F53EE08-AAC2-7C80-0851-9F51D87CD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7">
            <a:extLst>
              <a:ext uri="{FF2B5EF4-FFF2-40B4-BE49-F238E27FC236}">
                <a16:creationId xmlns:a16="http://schemas.microsoft.com/office/drawing/2014/main" id="{5184E937-9CFA-3A8C-CEC1-B3A7842E36A0}"/>
              </a:ext>
            </a:extLst>
          </p:cNvPr>
          <p:cNvSpPr/>
          <p:nvPr/>
        </p:nvSpPr>
        <p:spPr bwMode="auto">
          <a:xfrm>
            <a:off x="685534" y="171367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72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9873-AD01-BB3F-16B4-1DC1D4ED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203">
            <a:extLst>
              <a:ext uri="{FF2B5EF4-FFF2-40B4-BE49-F238E27FC236}">
                <a16:creationId xmlns:a16="http://schemas.microsoft.com/office/drawing/2014/main" id="{D864BB11-C596-5F8D-0DDE-D76CB4634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947988"/>
            <a:ext cx="9020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 dirty="0">
                <a:latin typeface="맑은 고딕"/>
                <a:ea typeface="맑은 고딕"/>
              </a:rPr>
              <a:t>7. </a:t>
            </a:r>
            <a:r>
              <a:rPr lang="ko-KR" altLang="en-US" sz="2000" b="1" dirty="0">
                <a:latin typeface="맑은 고딕"/>
                <a:ea typeface="맑은 고딕"/>
              </a:rPr>
              <a:t>건강검진 제휴사 및 연도별 패키지 등록관리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4C3E475-0B34-548D-8B4C-B00CF52EF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72" r="40389" b="46282"/>
          <a:stretch/>
        </p:blipFill>
        <p:spPr>
          <a:xfrm>
            <a:off x="3930824" y="2827732"/>
            <a:ext cx="360768" cy="24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55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3C9D-A53E-5E12-0C6C-899D431F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D3BA2A-2C4D-6333-A607-834A46A8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/>
                <a:ea typeface="맑은 고딕"/>
              </a:rPr>
              <a:t>UsMg0020</a:t>
            </a:r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B3A65F9-4E5A-3DFF-15D2-780AA262C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B2D537A2-D205-A84D-21AE-3BBEBB79D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B26389ED-3FE1-F8C5-AD00-640125F76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667EAB93-EF38-D7C0-34E5-C9B454019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ADFC5574-59F9-5A4E-B753-168729C1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제휴사 목록을 관리합니다</a:t>
            </a:r>
            <a:endParaRPr lang="en-US" altLang="ko-KR" sz="900"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제휴사 등록화면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 err="1">
                <a:latin typeface="맑은 고딕"/>
                <a:ea typeface="맑은 고딕"/>
              </a:rPr>
              <a:t>Row클릭시</a:t>
            </a:r>
            <a:r>
              <a:rPr lang="ko-KR" altLang="en-US" sz="900">
                <a:latin typeface="맑은 고딕"/>
                <a:ea typeface="맑은 고딕"/>
              </a:rPr>
              <a:t> 상세화면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EA61CCA0-797A-54C2-4C9F-5BE5BFC3E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제휴사관리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38661311-D5EB-08CD-367A-CE553B17F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제휴사관리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8181FEA1-3F16-57A5-2D52-C48E48AEA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656F9C6F-C2B0-1834-9E55-553C2F978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1E932F18-44BD-1FC9-7114-97A4E6EA6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 descr="텍스트, 스크린샷, 번호, 폰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4A78D0E-EE07-C048-EC23-97535C8C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30" y="1539326"/>
            <a:ext cx="6655444" cy="2245700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0896F616-1B9F-621F-75DB-3E0E14E4DA39}"/>
              </a:ext>
            </a:extLst>
          </p:cNvPr>
          <p:cNvSpPr/>
          <p:nvPr/>
        </p:nvSpPr>
        <p:spPr bwMode="auto">
          <a:xfrm>
            <a:off x="6044703" y="342868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6D627CC-2A80-EBFB-CF11-47A58CCAA647}"/>
              </a:ext>
            </a:extLst>
          </p:cNvPr>
          <p:cNvSpPr/>
          <p:nvPr/>
        </p:nvSpPr>
        <p:spPr bwMode="auto">
          <a:xfrm>
            <a:off x="262514" y="288174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550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29C4E-6729-5EBE-B6A1-A16F2EEA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F5D70D6-CC89-246E-F7A4-D06DCB976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/>
                <a:ea typeface="맑은 고딕"/>
              </a:rPr>
              <a:t>UsMg0030</a:t>
            </a:r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85961F-6379-D30E-E14D-4380D98CF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137D03C8-7278-79FA-FF57-039CBF33D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4B66FE03-70AE-E2A1-9EEA-85130E2B8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1CAA7DEF-3B40-EEAF-BF08-90236D8D6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A00EDED4-0484-66F7-5CD5-5FB4DC95A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제휴사를 관리합니다</a:t>
            </a:r>
            <a:endParaRPr lang="en-US" altLang="ko-KR" sz="900"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제휴사 수정화면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해당 제휴사 '단체고객관리자' 조회하면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제휴사 서비스등급 관리목록 화면으로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BE9E50CE-1C75-5CCF-C00B-4E1357858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Home-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제휴사관리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236C5B07-788B-27AE-00EF-38B317B29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제휴사관리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461CFBB5-7C65-0FDC-17A3-B4FC75F0C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86F996E0-DE95-1F07-073D-A9C71730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AF4E2966-3B76-2E34-6BD5-F4C59D5A3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 descr="텍스트, 스크린샷, 번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537059AD-477E-A70A-0056-574C455B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92" y="1532400"/>
            <a:ext cx="6329396" cy="2456027"/>
          </a:xfrm>
          <a:prstGeom prst="rect">
            <a:avLst/>
          </a:prstGeom>
        </p:spPr>
      </p:pic>
      <p:pic>
        <p:nvPicPr>
          <p:cNvPr id="5" name="그림 4" descr="텍스트, 스크린샷, 번호, 폰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CDF8447-71A6-3AEF-D2CB-151114F97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69" y="3950325"/>
            <a:ext cx="6329397" cy="2451604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308BF396-184D-13F5-5BB7-8EFB65F4E762}"/>
              </a:ext>
            </a:extLst>
          </p:cNvPr>
          <p:cNvSpPr/>
          <p:nvPr/>
        </p:nvSpPr>
        <p:spPr bwMode="auto">
          <a:xfrm>
            <a:off x="5923171" y="3651519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7D7535D-6AFD-F546-83A2-9FA7EF2CBA54}"/>
              </a:ext>
            </a:extLst>
          </p:cNvPr>
          <p:cNvSpPr/>
          <p:nvPr/>
        </p:nvSpPr>
        <p:spPr bwMode="auto">
          <a:xfrm>
            <a:off x="5923875" y="4370682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4F5F951-7AB3-4597-11C0-23290029D1A2}"/>
              </a:ext>
            </a:extLst>
          </p:cNvPr>
          <p:cNvSpPr/>
          <p:nvPr/>
        </p:nvSpPr>
        <p:spPr bwMode="auto">
          <a:xfrm>
            <a:off x="5904324" y="5707703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865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5A3E-5CE8-86A7-678A-A69BEE6C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319EC0-9F9D-BC2A-0B91-20DDFA236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846138"/>
            <a:ext cx="132397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>
                <a:latin typeface="맑은 고딕"/>
                <a:ea typeface="맑은 고딕"/>
              </a:rPr>
              <a:t>UsMg0031</a:t>
            </a:r>
            <a:endParaRPr lang="en-US" altLang="ko-KR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0F5D4ED-A448-2FC2-52B9-F88A9A002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989E2A4A-592D-D1FD-D1D3-45281FB88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203325"/>
            <a:ext cx="673417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 면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31CACCED-52C1-FD3C-0DC3-F1F6D3BC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1204913"/>
            <a:ext cx="2638425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설        명</a:t>
            </a:r>
          </a:p>
        </p:txBody>
      </p:sp>
      <p:sp>
        <p:nvSpPr>
          <p:cNvPr id="12295" name="Line 8">
            <a:extLst>
              <a:ext uri="{FF2B5EF4-FFF2-40B4-BE49-F238E27FC236}">
                <a16:creationId xmlns:a16="http://schemas.microsoft.com/office/drawing/2014/main" id="{78E85B1B-2B3B-6BDE-BC34-626FBA9EB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9763" y="1476375"/>
            <a:ext cx="0" cy="5019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6" name="Text Box 88">
            <a:extLst>
              <a:ext uri="{FF2B5EF4-FFF2-40B4-BE49-F238E27FC236}">
                <a16:creationId xmlns:a16="http://schemas.microsoft.com/office/drawing/2014/main" id="{B94D16A4-4599-D19F-99E3-15E89B593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388" y="1535113"/>
            <a:ext cx="2555875" cy="4479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화면 설명 </a:t>
            </a:r>
          </a:p>
          <a:p>
            <a:pPr marL="171450" indent="-171450" algn="just" eaLnBrk="1" hangingPunct="1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900">
                <a:latin typeface="맑은 고딕"/>
                <a:ea typeface="맑은 고딕"/>
              </a:rPr>
              <a:t>제휴사 서비스등급을 관리합니다</a:t>
            </a:r>
            <a:endParaRPr lang="en-US" altLang="ko-KR" sz="900">
              <a:latin typeface="맑은 고딕"/>
              <a:ea typeface="맑은 고딕"/>
            </a:endParaRPr>
          </a:p>
          <a:p>
            <a:pPr algn="just" eaLnBrk="1" hangingPunct="1">
              <a:spcBef>
                <a:spcPct val="30000"/>
              </a:spcBef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r>
              <a:rPr lang="ko-KR" altLang="en-US" sz="900">
                <a:highlight>
                  <a:srgbClr val="E8F0FE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endParaRPr lang="en-US" altLang="ko-KR" sz="900">
              <a:highlight>
                <a:srgbClr val="E8F0FE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hangingPunct="1">
              <a:spcBef>
                <a:spcPct val="30000"/>
              </a:spcBef>
            </a:pPr>
            <a:endParaRPr lang="en-US" altLang="ko-KR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제휴사 서비스등급 등록화면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제휴사 서비스등급 수정화면 이동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서비스별 패키지등록 팝업을 호출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Tx/>
              <a:buAutoNum type="arabicPeriod"/>
            </a:pPr>
            <a:r>
              <a:rPr lang="ko-KR" altLang="en-US" sz="900">
                <a:latin typeface="맑은 고딕"/>
                <a:ea typeface="맑은 고딕"/>
              </a:rPr>
              <a:t>서비스별 패키지 등록/제거 기능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spcBef>
                <a:spcPct val="30000"/>
              </a:spcBef>
              <a:buFont typeface="+mj-lt"/>
              <a:buAutoNum type="arabicPeriod"/>
            </a:pP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1203">
            <a:extLst>
              <a:ext uri="{FF2B5EF4-FFF2-40B4-BE49-F238E27FC236}">
                <a16:creationId xmlns:a16="http://schemas.microsoft.com/office/drawing/2014/main" id="{A06996D5-065D-C728-5AE9-3E5D8D8C3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42925"/>
            <a:ext cx="9259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사무포털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건강검진 제휴사관리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8" name="Rectangle 2">
            <a:extLst>
              <a:ext uri="{FF2B5EF4-FFF2-40B4-BE49-F238E27FC236}">
                <a16:creationId xmlns:a16="http://schemas.microsoft.com/office/drawing/2014/main" id="{84B4691D-7153-E024-EFD5-F7FE45627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488" y="846138"/>
            <a:ext cx="2890837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40" tIns="45720" rIns="91440" bIns="45720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r>
              <a:rPr lang="ko-KR" altLang="en-US">
                <a:latin typeface="맑은 고딕"/>
                <a:ea typeface="맑은 고딕"/>
              </a:rPr>
              <a:t>제휴사관리</a:t>
            </a:r>
          </a:p>
        </p:txBody>
      </p:sp>
      <p:sp>
        <p:nvSpPr>
          <p:cNvPr id="12299" name="Rectangle 3">
            <a:extLst>
              <a:ext uri="{FF2B5EF4-FFF2-40B4-BE49-F238E27FC236}">
                <a16:creationId xmlns:a16="http://schemas.microsoft.com/office/drawing/2014/main" id="{353123C5-BB86-161E-68B1-3F2A7D27A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846138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화면명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0" name="Rectangle 2">
            <a:extLst>
              <a:ext uri="{FF2B5EF4-FFF2-40B4-BE49-F238E27FC236}">
                <a16:creationId xmlns:a16="http://schemas.microsoft.com/office/drawing/2014/main" id="{B20D7898-8CDD-0B68-9267-0737AE5B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842963"/>
            <a:ext cx="2638425" cy="2762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12301" name="Rectangle 3">
            <a:extLst>
              <a:ext uri="{FF2B5EF4-FFF2-40B4-BE49-F238E27FC236}">
                <a16:creationId xmlns:a16="http://schemas.microsoft.com/office/drawing/2014/main" id="{97228A4E-E37E-23D1-EC97-FBF951F60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842963"/>
            <a:ext cx="838200" cy="276225"/>
          </a:xfrm>
          <a:prstGeom prst="rect">
            <a:avLst/>
          </a:prstGeom>
          <a:solidFill>
            <a:srgbClr val="DDDDD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메뉴명</a:t>
            </a:r>
            <a:endParaRPr lang="en-US" altLang="ko-KR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 descr="텍스트, 스크린샷, 번호, 폰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A804EB8B-2576-17F4-5D2A-16B6CEF9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14" y="1620905"/>
            <a:ext cx="6542102" cy="2248669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BCB21C16-3EE7-FB4B-0D2D-D534BDB397F1}"/>
              </a:ext>
            </a:extLst>
          </p:cNvPr>
          <p:cNvSpPr/>
          <p:nvPr/>
        </p:nvSpPr>
        <p:spPr bwMode="auto">
          <a:xfrm>
            <a:off x="6044703" y="3428685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B0B7614-890C-C74B-91B7-8F6939F37508}"/>
              </a:ext>
            </a:extLst>
          </p:cNvPr>
          <p:cNvSpPr/>
          <p:nvPr/>
        </p:nvSpPr>
        <p:spPr bwMode="auto">
          <a:xfrm>
            <a:off x="6156826" y="275006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AD47BAC-BA8F-2622-7778-5891B1D6515D}"/>
              </a:ext>
            </a:extLst>
          </p:cNvPr>
          <p:cNvSpPr/>
          <p:nvPr/>
        </p:nvSpPr>
        <p:spPr bwMode="auto">
          <a:xfrm>
            <a:off x="5924620" y="2355058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 descr="텍스트, 스크린샷, 번호, 디스플레이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27807DB-A53A-712F-464A-859490F2A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82" y="3983817"/>
            <a:ext cx="4698655" cy="2252839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34443A0D-4842-82B8-A0E7-FA6059672A52}"/>
              </a:ext>
            </a:extLst>
          </p:cNvPr>
          <p:cNvSpPr/>
          <p:nvPr/>
        </p:nvSpPr>
        <p:spPr bwMode="auto">
          <a:xfrm>
            <a:off x="567780" y="3864270"/>
            <a:ext cx="240512" cy="240512"/>
          </a:xfrm>
          <a:prstGeom prst="ellipse">
            <a:avLst/>
          </a:prstGeom>
          <a:solidFill>
            <a:srgbClr val="45B035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en-US" altLang="ko-KR" sz="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997453"/>
      </p:ext>
    </p:extLst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1297</Words>
  <Application>Microsoft Office PowerPoint</Application>
  <PresentationFormat>A4 용지(210x297mm)</PresentationFormat>
  <Paragraphs>510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Malgun Gothic Semilight</vt:lpstr>
      <vt:lpstr>Malgun Gothic</vt:lpstr>
      <vt:lpstr>Malgun Gothic</vt:lpstr>
      <vt:lpstr>Arial</vt:lpstr>
      <vt:lpstr>Wingdings</vt:lpstr>
      <vt:lpstr>산출물표준-파워포인트-가로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기술연구소</Manager>
  <Company>교보정보통신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화면정의서</dc:title>
  <dc:subject>표준프로세스</dc:subject>
  <dc:creator>BHKim</dc:creator>
  <cp:keywords>KICO-CO-DS(화면정의서)</cp:keywords>
  <cp:lastModifiedBy>은준 신</cp:lastModifiedBy>
  <cp:revision>3</cp:revision>
  <cp:lastPrinted>2000-06-21T05:25:21Z</cp:lastPrinted>
  <dcterms:created xsi:type="dcterms:W3CDTF">2003-12-22T08:07:40Z</dcterms:created>
  <dcterms:modified xsi:type="dcterms:W3CDTF">2026-05-12T00:03:57Z</dcterms:modified>
  <cp:category>Ver. 1.1</cp:category>
</cp:coreProperties>
</file>